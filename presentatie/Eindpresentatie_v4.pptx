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0_0.xml" ContentType="application/vnd.ms-powerpoint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2"/>
  </p:notesMasterIdLst>
  <p:sldIdLst>
    <p:sldId id="256" r:id="rId5"/>
    <p:sldId id="305" r:id="rId6"/>
    <p:sldId id="307" r:id="rId7"/>
    <p:sldId id="309" r:id="rId8"/>
    <p:sldId id="286" r:id="rId9"/>
    <p:sldId id="311" r:id="rId10"/>
    <p:sldId id="345" r:id="rId11"/>
    <p:sldId id="314" r:id="rId12"/>
    <p:sldId id="315" r:id="rId13"/>
    <p:sldId id="276" r:id="rId14"/>
    <p:sldId id="323" r:id="rId15"/>
    <p:sldId id="267" r:id="rId16"/>
    <p:sldId id="268" r:id="rId17"/>
    <p:sldId id="287" r:id="rId18"/>
    <p:sldId id="302" r:id="rId19"/>
    <p:sldId id="317" r:id="rId20"/>
    <p:sldId id="270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B6BC52F-849B-8421-E389-486ED7281414}" name="Shervino Hodge" initials="SH" userId="S::shervino.hodge@learnwise.nl::4cbb2906-3849-4782-ba29-fc9d8959ee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17B760-D314-44CB-97D8-9D1F8DB318C5}" v="17" dt="2026-05-28T07:53:46.238"/>
    <p1510:client id="{3BFA92F8-BD44-4227-B711-AD3FA4212A42}" v="547" dt="2026-05-28T08:49:37.867"/>
    <p1510:client id="{5BF2C6DC-7826-ACC1-D979-06760B28F6F0}" v="3" dt="2026-05-28T07:53:22.668"/>
    <p1510:client id="{7790194B-3F2E-D9D6-2E2F-8669C1A14CD4}" v="8" dt="2026-05-26T13:24:49.3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 Post" userId="S::robert.post@learnwise.nl::4f6db96e-77ec-4aa7-8cf0-a84331cdf877" providerId="AD" clId="Web-{0217B760-D314-44CB-97D8-9D1F8DB318C5}"/>
    <pc:docChg chg="modSld">
      <pc:chgData name="Robert Post" userId="S::robert.post@learnwise.nl::4f6db96e-77ec-4aa7-8cf0-a84331cdf877" providerId="AD" clId="Web-{0217B760-D314-44CB-97D8-9D1F8DB318C5}" dt="2026-05-28T07:53:46.238" v="16" actId="20577"/>
      <pc:docMkLst>
        <pc:docMk/>
      </pc:docMkLst>
      <pc:sldChg chg="modSp">
        <pc:chgData name="Robert Post" userId="S::robert.post@learnwise.nl::4f6db96e-77ec-4aa7-8cf0-a84331cdf877" providerId="AD" clId="Web-{0217B760-D314-44CB-97D8-9D1F8DB318C5}" dt="2026-05-28T07:53:46.238" v="16" actId="20577"/>
        <pc:sldMkLst>
          <pc:docMk/>
          <pc:sldMk cId="1363247572" sldId="302"/>
        </pc:sldMkLst>
        <pc:spChg chg="mod">
          <ac:chgData name="Robert Post" userId="S::robert.post@learnwise.nl::4f6db96e-77ec-4aa7-8cf0-a84331cdf877" providerId="AD" clId="Web-{0217B760-D314-44CB-97D8-9D1F8DB318C5}" dt="2026-05-28T07:53:46.238" v="16" actId="20577"/>
          <ac:spMkLst>
            <pc:docMk/>
            <pc:sldMk cId="1363247572" sldId="302"/>
            <ac:spMk id="108" creationId="{3A6F3373-478E-0756-6188-4629E11AA3DB}"/>
          </ac:spMkLst>
        </pc:spChg>
        <pc:spChg chg="mod">
          <ac:chgData name="Robert Post" userId="S::robert.post@learnwise.nl::4f6db96e-77ec-4aa7-8cf0-a84331cdf877" providerId="AD" clId="Web-{0217B760-D314-44CB-97D8-9D1F8DB318C5}" dt="2026-05-28T07:53:31.800" v="4" actId="20577"/>
          <ac:spMkLst>
            <pc:docMk/>
            <pc:sldMk cId="1363247572" sldId="302"/>
            <ac:spMk id="116" creationId="{FEA8A355-940D-B8D3-79F8-9CD4E22A370E}"/>
          </ac:spMkLst>
        </pc:spChg>
      </pc:sldChg>
    </pc:docChg>
  </pc:docChgLst>
  <pc:docChgLst>
    <pc:chgData name="Shervino Hodge" userId="S::shervino.hodge@learnwise.nl::4cbb2906-3849-4782-ba29-fc9d8959ee27" providerId="AD" clId="Web-{1E58C71A-BF91-AED0-DDA0-AD0D44B508F5}"/>
    <pc:docChg chg="addSld delSld modSld sldOrd">
      <pc:chgData name="Shervino Hodge" userId="S::shervino.hodge@learnwise.nl::4cbb2906-3849-4782-ba29-fc9d8959ee27" providerId="AD" clId="Web-{1E58C71A-BF91-AED0-DDA0-AD0D44B508F5}" dt="2026-05-26T10:43:50.100" v="650" actId="20577"/>
      <pc:docMkLst>
        <pc:docMk/>
      </pc:docMkLst>
      <pc:sldChg chg="modSp">
        <pc:chgData name="Shervino Hodge" userId="S::shervino.hodge@learnwise.nl::4cbb2906-3849-4782-ba29-fc9d8959ee27" providerId="AD" clId="Web-{1E58C71A-BF91-AED0-DDA0-AD0D44B508F5}" dt="2026-05-26T10:16:20.818" v="354" actId="1076"/>
        <pc:sldMkLst>
          <pc:docMk/>
          <pc:sldMk cId="0" sldId="257"/>
        </pc:sldMkLst>
        <pc:spChg chg="mod">
          <ac:chgData name="Shervino Hodge" userId="S::shervino.hodge@learnwise.nl::4cbb2906-3849-4782-ba29-fc9d8959ee27" providerId="AD" clId="Web-{1E58C71A-BF91-AED0-DDA0-AD0D44B508F5}" dt="2026-05-26T10:04:15.710" v="185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16:20.552" v="339" actId="1076"/>
          <ac:spMkLst>
            <pc:docMk/>
            <pc:sldMk cId="0" sldId="257"/>
            <ac:spMk id="5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16:20.568" v="340" actId="1076"/>
          <ac:spMkLst>
            <pc:docMk/>
            <pc:sldMk cId="0" sldId="257"/>
            <ac:spMk id="8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16:20.584" v="341" actId="1076"/>
          <ac:spMkLst>
            <pc:docMk/>
            <pc:sldMk cId="0" sldId="257"/>
            <ac:spMk id="9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16:20.599" v="342" actId="107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16:20.630" v="343" actId="107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16:20.646" v="344" actId="107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16:20.662" v="345" actId="107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16:20.677" v="346" actId="107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16:20.693" v="347" actId="1076"/>
          <ac:spMkLst>
            <pc:docMk/>
            <pc:sldMk cId="0" sldId="257"/>
            <ac:spMk id="15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16:20.709" v="348" actId="1076"/>
          <ac:spMkLst>
            <pc:docMk/>
            <pc:sldMk cId="0" sldId="257"/>
            <ac:spMk id="16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16:20.724" v="349" actId="1076"/>
          <ac:spMkLst>
            <pc:docMk/>
            <pc:sldMk cId="0" sldId="257"/>
            <ac:spMk id="17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16:20.755" v="350" actId="1076"/>
          <ac:spMkLst>
            <pc:docMk/>
            <pc:sldMk cId="0" sldId="257"/>
            <ac:spMk id="18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16:20.771" v="351" actId="1076"/>
          <ac:spMkLst>
            <pc:docMk/>
            <pc:sldMk cId="0" sldId="257"/>
            <ac:spMk id="19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16:20.787" v="352" actId="1076"/>
          <ac:spMkLst>
            <pc:docMk/>
            <pc:sldMk cId="0" sldId="257"/>
            <ac:spMk id="20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16:20.802" v="353" actId="1076"/>
          <ac:spMkLst>
            <pc:docMk/>
            <pc:sldMk cId="0" sldId="257"/>
            <ac:spMk id="21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16:20.818" v="354" actId="1076"/>
          <ac:spMkLst>
            <pc:docMk/>
            <pc:sldMk cId="0" sldId="257"/>
            <ac:spMk id="22" creationId="{00000000-0000-0000-0000-000000000000}"/>
          </ac:spMkLst>
        </pc:spChg>
        <pc:picChg chg="mod">
          <ac:chgData name="Shervino Hodge" userId="S::shervino.hodge@learnwise.nl::4cbb2906-3849-4782-ba29-fc9d8959ee27" providerId="AD" clId="Web-{1E58C71A-BF91-AED0-DDA0-AD0D44B508F5}" dt="2026-05-26T10:16:14.177" v="338" actId="1076"/>
          <ac:picMkLst>
            <pc:docMk/>
            <pc:sldMk cId="0" sldId="257"/>
            <ac:picMk id="7" creationId="{00000000-0000-0000-0000-000000000000}"/>
          </ac:picMkLst>
        </pc:picChg>
      </pc:sldChg>
      <pc:sldChg chg="addSp delSp modSp del">
        <pc:chgData name="Shervino Hodge" userId="S::shervino.hodge@learnwise.nl::4cbb2906-3849-4782-ba29-fc9d8959ee27" providerId="AD" clId="Web-{1E58C71A-BF91-AED0-DDA0-AD0D44B508F5}" dt="2026-05-26T09:53:44.403" v="165"/>
        <pc:sldMkLst>
          <pc:docMk/>
          <pc:sldMk cId="0" sldId="258"/>
        </pc:sldMkLst>
        <pc:spChg chg="del mod">
          <ac:chgData name="Shervino Hodge" userId="S::shervino.hodge@learnwise.nl::4cbb2906-3849-4782-ba29-fc9d8959ee27" providerId="AD" clId="Web-{1E58C71A-BF91-AED0-DDA0-AD0D44B508F5}" dt="2026-05-26T09:51:45.990" v="140"/>
          <ac:spMkLst>
            <pc:docMk/>
            <pc:sldMk cId="0" sldId="258"/>
            <ac:spMk id="4" creationId="{00000000-0000-0000-0000-000000000000}"/>
          </ac:spMkLst>
        </pc:spChg>
        <pc:spChg chg="del mod">
          <ac:chgData name="Shervino Hodge" userId="S::shervino.hodge@learnwise.nl::4cbb2906-3849-4782-ba29-fc9d8959ee27" providerId="AD" clId="Web-{1E58C71A-BF91-AED0-DDA0-AD0D44B508F5}" dt="2026-05-26T09:51:45.990" v="139"/>
          <ac:spMkLst>
            <pc:docMk/>
            <pc:sldMk cId="0" sldId="258"/>
            <ac:spMk id="9" creationId="{00000000-0000-0000-0000-000000000000}"/>
          </ac:spMkLst>
        </pc:spChg>
        <pc:spChg chg="del mod">
          <ac:chgData name="Shervino Hodge" userId="S::shervino.hodge@learnwise.nl::4cbb2906-3849-4782-ba29-fc9d8959ee27" providerId="AD" clId="Web-{1E58C71A-BF91-AED0-DDA0-AD0D44B508F5}" dt="2026-05-26T09:51:45.990" v="138"/>
          <ac:spMkLst>
            <pc:docMk/>
            <pc:sldMk cId="0" sldId="258"/>
            <ac:spMk id="10" creationId="{00000000-0000-0000-0000-000000000000}"/>
          </ac:spMkLst>
        </pc:spChg>
        <pc:spChg chg="del mod">
          <ac:chgData name="Shervino Hodge" userId="S::shervino.hodge@learnwise.nl::4cbb2906-3849-4782-ba29-fc9d8959ee27" providerId="AD" clId="Web-{1E58C71A-BF91-AED0-DDA0-AD0D44B508F5}" dt="2026-05-26T09:51:45.990" v="137"/>
          <ac:spMkLst>
            <pc:docMk/>
            <pc:sldMk cId="0" sldId="258"/>
            <ac:spMk id="11" creationId="{00000000-0000-0000-0000-000000000000}"/>
          </ac:spMkLst>
        </pc:spChg>
        <pc:spChg chg="del mod">
          <ac:chgData name="Shervino Hodge" userId="S::shervino.hodge@learnwise.nl::4cbb2906-3849-4782-ba29-fc9d8959ee27" providerId="AD" clId="Web-{1E58C71A-BF91-AED0-DDA0-AD0D44B508F5}" dt="2026-05-26T09:51:45.990" v="136"/>
          <ac:spMkLst>
            <pc:docMk/>
            <pc:sldMk cId="0" sldId="258"/>
            <ac:spMk id="12" creationId="{00000000-0000-0000-0000-000000000000}"/>
          </ac:spMkLst>
        </pc:spChg>
        <pc:spChg chg="del mod">
          <ac:chgData name="Shervino Hodge" userId="S::shervino.hodge@learnwise.nl::4cbb2906-3849-4782-ba29-fc9d8959ee27" providerId="AD" clId="Web-{1E58C71A-BF91-AED0-DDA0-AD0D44B508F5}" dt="2026-05-26T09:51:45.990" v="135"/>
          <ac:spMkLst>
            <pc:docMk/>
            <pc:sldMk cId="0" sldId="258"/>
            <ac:spMk id="13" creationId="{00000000-0000-0000-0000-000000000000}"/>
          </ac:spMkLst>
        </pc:spChg>
        <pc:spChg chg="del mod">
          <ac:chgData name="Shervino Hodge" userId="S::shervino.hodge@learnwise.nl::4cbb2906-3849-4782-ba29-fc9d8959ee27" providerId="AD" clId="Web-{1E58C71A-BF91-AED0-DDA0-AD0D44B508F5}" dt="2026-05-26T09:51:45.990" v="134"/>
          <ac:spMkLst>
            <pc:docMk/>
            <pc:sldMk cId="0" sldId="258"/>
            <ac:spMk id="14" creationId="{00000000-0000-0000-0000-000000000000}"/>
          </ac:spMkLst>
        </pc:spChg>
        <pc:spChg chg="del mod">
          <ac:chgData name="Shervino Hodge" userId="S::shervino.hodge@learnwise.nl::4cbb2906-3849-4782-ba29-fc9d8959ee27" providerId="AD" clId="Web-{1E58C71A-BF91-AED0-DDA0-AD0D44B508F5}" dt="2026-05-26T09:51:45.990" v="133"/>
          <ac:spMkLst>
            <pc:docMk/>
            <pc:sldMk cId="0" sldId="258"/>
            <ac:spMk id="15" creationId="{00000000-0000-0000-0000-000000000000}"/>
          </ac:spMkLst>
        </pc:spChg>
        <pc:spChg chg="del mod">
          <ac:chgData name="Shervino Hodge" userId="S::shervino.hodge@learnwise.nl::4cbb2906-3849-4782-ba29-fc9d8959ee27" providerId="AD" clId="Web-{1E58C71A-BF91-AED0-DDA0-AD0D44B508F5}" dt="2026-05-26T09:51:45.990" v="132"/>
          <ac:spMkLst>
            <pc:docMk/>
            <pc:sldMk cId="0" sldId="258"/>
            <ac:spMk id="16" creationId="{00000000-0000-0000-0000-000000000000}"/>
          </ac:spMkLst>
        </pc:spChg>
        <pc:spChg chg="del mod">
          <ac:chgData name="Shervino Hodge" userId="S::shervino.hodge@learnwise.nl::4cbb2906-3849-4782-ba29-fc9d8959ee27" providerId="AD" clId="Web-{1E58C71A-BF91-AED0-DDA0-AD0D44B508F5}" dt="2026-05-26T09:51:45.990" v="131"/>
          <ac:spMkLst>
            <pc:docMk/>
            <pc:sldMk cId="0" sldId="258"/>
            <ac:spMk id="17" creationId="{00000000-0000-0000-0000-000000000000}"/>
          </ac:spMkLst>
        </pc:spChg>
        <pc:spChg chg="del mod">
          <ac:chgData name="Shervino Hodge" userId="S::shervino.hodge@learnwise.nl::4cbb2906-3849-4782-ba29-fc9d8959ee27" providerId="AD" clId="Web-{1E58C71A-BF91-AED0-DDA0-AD0D44B508F5}" dt="2026-05-26T09:51:45.990" v="130"/>
          <ac:spMkLst>
            <pc:docMk/>
            <pc:sldMk cId="0" sldId="258"/>
            <ac:spMk id="18" creationId="{00000000-0000-0000-0000-000000000000}"/>
          </ac:spMkLst>
        </pc:spChg>
        <pc:spChg chg="del mod">
          <ac:chgData name="Shervino Hodge" userId="S::shervino.hodge@learnwise.nl::4cbb2906-3849-4782-ba29-fc9d8959ee27" providerId="AD" clId="Web-{1E58C71A-BF91-AED0-DDA0-AD0D44B508F5}" dt="2026-05-26T09:51:45.990" v="129"/>
          <ac:spMkLst>
            <pc:docMk/>
            <pc:sldMk cId="0" sldId="258"/>
            <ac:spMk id="19" creationId="{00000000-0000-0000-0000-000000000000}"/>
          </ac:spMkLst>
        </pc:spChg>
        <pc:spChg chg="del mod">
          <ac:chgData name="Shervino Hodge" userId="S::shervino.hodge@learnwise.nl::4cbb2906-3849-4782-ba29-fc9d8959ee27" providerId="AD" clId="Web-{1E58C71A-BF91-AED0-DDA0-AD0D44B508F5}" dt="2026-05-26T09:51:45.990" v="128"/>
          <ac:spMkLst>
            <pc:docMk/>
            <pc:sldMk cId="0" sldId="258"/>
            <ac:spMk id="20" creationId="{00000000-0000-0000-0000-000000000000}"/>
          </ac:spMkLst>
        </pc:spChg>
        <pc:spChg chg="add">
          <ac:chgData name="Shervino Hodge" userId="S::shervino.hodge@learnwise.nl::4cbb2906-3849-4782-ba29-fc9d8959ee27" providerId="AD" clId="Web-{1E58C71A-BF91-AED0-DDA0-AD0D44B508F5}" dt="2026-05-26T09:51:46.912" v="141"/>
          <ac:spMkLst>
            <pc:docMk/>
            <pc:sldMk cId="0" sldId="258"/>
            <ac:spMk id="22" creationId="{9EF53200-9510-DF70-EA28-568A724814AC}"/>
          </ac:spMkLst>
        </pc:spChg>
        <pc:spChg chg="add">
          <ac:chgData name="Shervino Hodge" userId="S::shervino.hodge@learnwise.nl::4cbb2906-3849-4782-ba29-fc9d8959ee27" providerId="AD" clId="Web-{1E58C71A-BF91-AED0-DDA0-AD0D44B508F5}" dt="2026-05-26T09:51:46.912" v="141"/>
          <ac:spMkLst>
            <pc:docMk/>
            <pc:sldMk cId="0" sldId="258"/>
            <ac:spMk id="23" creationId="{066D0D8E-C242-1D6B-4F1C-966DE91DD976}"/>
          </ac:spMkLst>
        </pc:spChg>
        <pc:spChg chg="add">
          <ac:chgData name="Shervino Hodge" userId="S::shervino.hodge@learnwise.nl::4cbb2906-3849-4782-ba29-fc9d8959ee27" providerId="AD" clId="Web-{1E58C71A-BF91-AED0-DDA0-AD0D44B508F5}" dt="2026-05-26T09:51:46.912" v="141"/>
          <ac:spMkLst>
            <pc:docMk/>
            <pc:sldMk cId="0" sldId="258"/>
            <ac:spMk id="24" creationId="{A5647C78-CA3D-1DD2-F2F6-FCD48F23B259}"/>
          </ac:spMkLst>
        </pc:spChg>
        <pc:spChg chg="add">
          <ac:chgData name="Shervino Hodge" userId="S::shervino.hodge@learnwise.nl::4cbb2906-3849-4782-ba29-fc9d8959ee27" providerId="AD" clId="Web-{1E58C71A-BF91-AED0-DDA0-AD0D44B508F5}" dt="2026-05-26T09:51:46.912" v="141"/>
          <ac:spMkLst>
            <pc:docMk/>
            <pc:sldMk cId="0" sldId="258"/>
            <ac:spMk id="25" creationId="{472E7552-15DE-C490-61FA-AC3D2D3DDF29}"/>
          </ac:spMkLst>
        </pc:spChg>
        <pc:spChg chg="add">
          <ac:chgData name="Shervino Hodge" userId="S::shervino.hodge@learnwise.nl::4cbb2906-3849-4782-ba29-fc9d8959ee27" providerId="AD" clId="Web-{1E58C71A-BF91-AED0-DDA0-AD0D44B508F5}" dt="2026-05-26T09:51:46.912" v="141"/>
          <ac:spMkLst>
            <pc:docMk/>
            <pc:sldMk cId="0" sldId="258"/>
            <ac:spMk id="26" creationId="{EE34B86E-3B75-D294-3226-595931997F9D}"/>
          </ac:spMkLst>
        </pc:spChg>
        <pc:spChg chg="add">
          <ac:chgData name="Shervino Hodge" userId="S::shervino.hodge@learnwise.nl::4cbb2906-3849-4782-ba29-fc9d8959ee27" providerId="AD" clId="Web-{1E58C71A-BF91-AED0-DDA0-AD0D44B508F5}" dt="2026-05-26T09:51:46.912" v="141"/>
          <ac:spMkLst>
            <pc:docMk/>
            <pc:sldMk cId="0" sldId="258"/>
            <ac:spMk id="27" creationId="{01A657A0-B16A-81D4-9FDC-35C3C3722ADE}"/>
          </ac:spMkLst>
        </pc:spChg>
        <pc:spChg chg="add">
          <ac:chgData name="Shervino Hodge" userId="S::shervino.hodge@learnwise.nl::4cbb2906-3849-4782-ba29-fc9d8959ee27" providerId="AD" clId="Web-{1E58C71A-BF91-AED0-DDA0-AD0D44B508F5}" dt="2026-05-26T09:51:46.912" v="141"/>
          <ac:spMkLst>
            <pc:docMk/>
            <pc:sldMk cId="0" sldId="258"/>
            <ac:spMk id="28" creationId="{84D5E46B-5FC1-2BBF-0DEF-9C1A39C64384}"/>
          </ac:spMkLst>
        </pc:spChg>
        <pc:spChg chg="add">
          <ac:chgData name="Shervino Hodge" userId="S::shervino.hodge@learnwise.nl::4cbb2906-3849-4782-ba29-fc9d8959ee27" providerId="AD" clId="Web-{1E58C71A-BF91-AED0-DDA0-AD0D44B508F5}" dt="2026-05-26T09:51:46.912" v="141"/>
          <ac:spMkLst>
            <pc:docMk/>
            <pc:sldMk cId="0" sldId="258"/>
            <ac:spMk id="29" creationId="{23D057CE-BC96-18A7-F6A2-77B3D2818234}"/>
          </ac:spMkLst>
        </pc:spChg>
        <pc:picChg chg="add del">
          <ac:chgData name="Shervino Hodge" userId="S::shervino.hodge@learnwise.nl::4cbb2906-3849-4782-ba29-fc9d8959ee27" providerId="AD" clId="Web-{1E58C71A-BF91-AED0-DDA0-AD0D44B508F5}" dt="2026-05-26T09:49:23.141" v="48"/>
          <ac:picMkLst>
            <pc:docMk/>
            <pc:sldMk cId="0" sldId="258"/>
            <ac:picMk id="7" creationId="{00000000-0000-0000-0000-000000000000}"/>
          </ac:picMkLst>
        </pc:picChg>
        <pc:picChg chg="add del">
          <ac:chgData name="Shervino Hodge" userId="S::shervino.hodge@learnwise.nl::4cbb2906-3849-4782-ba29-fc9d8959ee27" providerId="AD" clId="Web-{1E58C71A-BF91-AED0-DDA0-AD0D44B508F5}" dt="2026-05-26T09:49:24.251" v="49"/>
          <ac:picMkLst>
            <pc:docMk/>
            <pc:sldMk cId="0" sldId="258"/>
            <ac:picMk id="8" creationId="{00000000-0000-0000-0000-000000000000}"/>
          </ac:picMkLst>
        </pc:picChg>
        <pc:picChg chg="add mod modCrop">
          <ac:chgData name="Shervino Hodge" userId="S::shervino.hodge@learnwise.nl::4cbb2906-3849-4782-ba29-fc9d8959ee27" providerId="AD" clId="Web-{1E58C71A-BF91-AED0-DDA0-AD0D44B508F5}" dt="2026-05-26T09:49:44.720" v="109" actId="1076"/>
          <ac:picMkLst>
            <pc:docMk/>
            <pc:sldMk cId="0" sldId="258"/>
            <ac:picMk id="21" creationId="{99984345-CC20-3423-298C-BA01DB1747E8}"/>
          </ac:picMkLst>
        </pc:picChg>
      </pc:sldChg>
      <pc:sldChg chg="modSp">
        <pc:chgData name="Shervino Hodge" userId="S::shervino.hodge@learnwise.nl::4cbb2906-3849-4782-ba29-fc9d8959ee27" providerId="AD" clId="Web-{1E58C71A-BF91-AED0-DDA0-AD0D44B508F5}" dt="2026-05-26T10:04:07.741" v="184" actId="1076"/>
        <pc:sldMkLst>
          <pc:docMk/>
          <pc:sldMk cId="0" sldId="259"/>
        </pc:sldMkLst>
        <pc:spChg chg="mod">
          <ac:chgData name="Shervino Hodge" userId="S::shervino.hodge@learnwise.nl::4cbb2906-3849-4782-ba29-fc9d8959ee27" providerId="AD" clId="Web-{1E58C71A-BF91-AED0-DDA0-AD0D44B508F5}" dt="2026-05-26T10:04:07.741" v="184" actId="1076"/>
          <ac:spMkLst>
            <pc:docMk/>
            <pc:sldMk cId="0" sldId="259"/>
            <ac:spMk id="4" creationId="{00000000-0000-0000-0000-000000000000}"/>
          </ac:spMkLst>
        </pc:spChg>
      </pc:sldChg>
      <pc:sldChg chg="modSp">
        <pc:chgData name="Shervino Hodge" userId="S::shervino.hodge@learnwise.nl::4cbb2906-3849-4782-ba29-fc9d8959ee27" providerId="AD" clId="Web-{1E58C71A-BF91-AED0-DDA0-AD0D44B508F5}" dt="2026-05-26T10:08:53.954" v="291" actId="1076"/>
        <pc:sldMkLst>
          <pc:docMk/>
          <pc:sldMk cId="0" sldId="260"/>
        </pc:sldMkLst>
        <pc:spChg chg="mod">
          <ac:chgData name="Shervino Hodge" userId="S::shervino.hodge@learnwise.nl::4cbb2906-3849-4782-ba29-fc9d8959ee27" providerId="AD" clId="Web-{1E58C71A-BF91-AED0-DDA0-AD0D44B508F5}" dt="2026-05-26T10:04:23.569" v="186" actId="1076"/>
          <ac:spMkLst>
            <pc:docMk/>
            <pc:sldMk cId="0" sldId="260"/>
            <ac:spMk id="4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05:19.321" v="193" actId="1076"/>
          <ac:spMkLst>
            <pc:docMk/>
            <pc:sldMk cId="0" sldId="260"/>
            <ac:spMk id="5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08:53.219" v="268" actId="1076"/>
          <ac:spMkLst>
            <pc:docMk/>
            <pc:sldMk cId="0" sldId="260"/>
            <ac:spMk id="7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08:53.235" v="269" actId="1076"/>
          <ac:spMkLst>
            <pc:docMk/>
            <pc:sldMk cId="0" sldId="260"/>
            <ac:spMk id="8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08:53.266" v="270" actId="1076"/>
          <ac:spMkLst>
            <pc:docMk/>
            <pc:sldMk cId="0" sldId="260"/>
            <ac:spMk id="9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08:53.297" v="271" actId="107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08:53.313" v="272" actId="107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08:53.360" v="273" actId="107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08:53.391" v="274" actId="107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08:53.438" v="275" actId="1076"/>
          <ac:spMkLst>
            <pc:docMk/>
            <pc:sldMk cId="0" sldId="260"/>
            <ac:spMk id="14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08:53.469" v="276" actId="107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08:53.485" v="277" actId="107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08:53.516" v="278" actId="1076"/>
          <ac:spMkLst>
            <pc:docMk/>
            <pc:sldMk cId="0" sldId="260"/>
            <ac:spMk id="17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08:53.563" v="279" actId="1076"/>
          <ac:spMkLst>
            <pc:docMk/>
            <pc:sldMk cId="0" sldId="260"/>
            <ac:spMk id="18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08:53.610" v="280" actId="1076"/>
          <ac:spMkLst>
            <pc:docMk/>
            <pc:sldMk cId="0" sldId="260"/>
            <ac:spMk id="19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08:53.641" v="281" actId="1076"/>
          <ac:spMkLst>
            <pc:docMk/>
            <pc:sldMk cId="0" sldId="260"/>
            <ac:spMk id="20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08:53.672" v="282" actId="1076"/>
          <ac:spMkLst>
            <pc:docMk/>
            <pc:sldMk cId="0" sldId="260"/>
            <ac:spMk id="21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08:53.688" v="283" actId="1076"/>
          <ac:spMkLst>
            <pc:docMk/>
            <pc:sldMk cId="0" sldId="260"/>
            <ac:spMk id="22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08:53.719" v="284" actId="1076"/>
          <ac:spMkLst>
            <pc:docMk/>
            <pc:sldMk cId="0" sldId="260"/>
            <ac:spMk id="23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08:53.750" v="285" actId="1076"/>
          <ac:spMkLst>
            <pc:docMk/>
            <pc:sldMk cId="0" sldId="260"/>
            <ac:spMk id="24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08:53.797" v="286" actId="1076"/>
          <ac:spMkLst>
            <pc:docMk/>
            <pc:sldMk cId="0" sldId="260"/>
            <ac:spMk id="25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08:53.813" v="287" actId="1076"/>
          <ac:spMkLst>
            <pc:docMk/>
            <pc:sldMk cId="0" sldId="260"/>
            <ac:spMk id="26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08:53.860" v="288" actId="1076"/>
          <ac:spMkLst>
            <pc:docMk/>
            <pc:sldMk cId="0" sldId="260"/>
            <ac:spMk id="27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08:53.891" v="289" actId="1076"/>
          <ac:spMkLst>
            <pc:docMk/>
            <pc:sldMk cId="0" sldId="260"/>
            <ac:spMk id="28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08:53.922" v="290" actId="1076"/>
          <ac:spMkLst>
            <pc:docMk/>
            <pc:sldMk cId="0" sldId="260"/>
            <ac:spMk id="29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08:53.954" v="291" actId="1076"/>
          <ac:spMkLst>
            <pc:docMk/>
            <pc:sldMk cId="0" sldId="260"/>
            <ac:spMk id="30" creationId="{00000000-0000-0000-0000-000000000000}"/>
          </ac:spMkLst>
        </pc:spChg>
      </pc:sldChg>
      <pc:sldChg chg="modSp">
        <pc:chgData name="Shervino Hodge" userId="S::shervino.hodge@learnwise.nl::4cbb2906-3849-4782-ba29-fc9d8959ee27" providerId="AD" clId="Web-{1E58C71A-BF91-AED0-DDA0-AD0D44B508F5}" dt="2026-05-26T10:05:07.993" v="192" actId="1076"/>
        <pc:sldMkLst>
          <pc:docMk/>
          <pc:sldMk cId="0" sldId="261"/>
        </pc:sldMkLst>
        <pc:spChg chg="mod">
          <ac:chgData name="Shervino Hodge" userId="S::shervino.hodge@learnwise.nl::4cbb2906-3849-4782-ba29-fc9d8959ee27" providerId="AD" clId="Web-{1E58C71A-BF91-AED0-DDA0-AD0D44B508F5}" dt="2026-05-26T10:04:29.866" v="187" actId="1076"/>
          <ac:spMkLst>
            <pc:docMk/>
            <pc:sldMk cId="0" sldId="261"/>
            <ac:spMk id="4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05:07.993" v="192" actId="1076"/>
          <ac:spMkLst>
            <pc:docMk/>
            <pc:sldMk cId="0" sldId="261"/>
            <ac:spMk id="5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09:47:55.107" v="40" actId="20577"/>
          <ac:spMkLst>
            <pc:docMk/>
            <pc:sldMk cId="0" sldId="261"/>
            <ac:spMk id="10" creationId="{00000000-0000-0000-0000-000000000000}"/>
          </ac:spMkLst>
        </pc:spChg>
      </pc:sldChg>
      <pc:sldChg chg="addSp delSp modSp">
        <pc:chgData name="Shervino Hodge" userId="S::shervino.hodge@learnwise.nl::4cbb2906-3849-4782-ba29-fc9d8959ee27" providerId="AD" clId="Web-{1E58C71A-BF91-AED0-DDA0-AD0D44B508F5}" dt="2026-05-26T09:47:33.341" v="38"/>
        <pc:sldMkLst>
          <pc:docMk/>
          <pc:sldMk cId="0" sldId="262"/>
        </pc:sldMkLst>
        <pc:spChg chg="del">
          <ac:chgData name="Shervino Hodge" userId="S::shervino.hodge@learnwise.nl::4cbb2906-3849-4782-ba29-fc9d8959ee27" providerId="AD" clId="Web-{1E58C71A-BF91-AED0-DDA0-AD0D44B508F5}" dt="2026-05-26T09:47:19.372" v="36"/>
          <ac:spMkLst>
            <pc:docMk/>
            <pc:sldMk cId="0" sldId="262"/>
            <ac:spMk id="4" creationId="{00000000-0000-0000-0000-000000000000}"/>
          </ac:spMkLst>
        </pc:spChg>
        <pc:spChg chg="del">
          <ac:chgData name="Shervino Hodge" userId="S::shervino.hodge@learnwise.nl::4cbb2906-3849-4782-ba29-fc9d8959ee27" providerId="AD" clId="Web-{1E58C71A-BF91-AED0-DDA0-AD0D44B508F5}" dt="2026-05-26T09:47:33.341" v="38"/>
          <ac:spMkLst>
            <pc:docMk/>
            <pc:sldMk cId="0" sldId="262"/>
            <ac:spMk id="5" creationId="{00000000-0000-0000-0000-000000000000}"/>
          </ac:spMkLst>
        </pc:spChg>
        <pc:picChg chg="add del mod">
          <ac:chgData name="Shervino Hodge" userId="S::shervino.hodge@learnwise.nl::4cbb2906-3849-4782-ba29-fc9d8959ee27" providerId="AD" clId="Web-{1E58C71A-BF91-AED0-DDA0-AD0D44B508F5}" dt="2026-05-26T09:46:51.511" v="32"/>
          <ac:picMkLst>
            <pc:docMk/>
            <pc:sldMk cId="0" sldId="262"/>
            <ac:picMk id="7" creationId="{00000000-0000-0000-0000-000000000000}"/>
          </ac:picMkLst>
        </pc:picChg>
        <pc:picChg chg="add mod">
          <ac:chgData name="Shervino Hodge" userId="S::shervino.hodge@learnwise.nl::4cbb2906-3849-4782-ba29-fc9d8959ee27" providerId="AD" clId="Web-{1E58C71A-BF91-AED0-DDA0-AD0D44B508F5}" dt="2026-05-26T09:47:24.763" v="37" actId="1076"/>
          <ac:picMkLst>
            <pc:docMk/>
            <pc:sldMk cId="0" sldId="262"/>
            <ac:picMk id="8" creationId="{237EA838-9E37-590F-B13D-C1CEAA0C0282}"/>
          </ac:picMkLst>
        </pc:picChg>
      </pc:sldChg>
      <pc:sldChg chg="addSp delSp modSp">
        <pc:chgData name="Shervino Hodge" userId="S::shervino.hodge@learnwise.nl::4cbb2906-3849-4782-ba29-fc9d8959ee27" providerId="AD" clId="Web-{1E58C71A-BF91-AED0-DDA0-AD0D44B508F5}" dt="2026-05-26T10:05:32.478" v="194" actId="1076"/>
        <pc:sldMkLst>
          <pc:docMk/>
          <pc:sldMk cId="0" sldId="263"/>
        </pc:sldMkLst>
        <pc:spChg chg="mod">
          <ac:chgData name="Shervino Hodge" userId="S::shervino.hodge@learnwise.nl::4cbb2906-3849-4782-ba29-fc9d8959ee27" providerId="AD" clId="Web-{1E58C71A-BF91-AED0-DDA0-AD0D44B508F5}" dt="2026-05-26T10:04:35.898" v="188" actId="1076"/>
          <ac:spMkLst>
            <pc:docMk/>
            <pc:sldMk cId="0" sldId="263"/>
            <ac:spMk id="4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05:32.478" v="194" actId="1076"/>
          <ac:spMkLst>
            <pc:docMk/>
            <pc:sldMk cId="0" sldId="263"/>
            <ac:spMk id="5" creationId="{00000000-0000-0000-0000-000000000000}"/>
          </ac:spMkLst>
        </pc:spChg>
        <pc:spChg chg="add mod">
          <ac:chgData name="Shervino Hodge" userId="S::shervino.hodge@learnwise.nl::4cbb2906-3849-4782-ba29-fc9d8959ee27" providerId="AD" clId="Web-{1E58C71A-BF91-AED0-DDA0-AD0D44B508F5}" dt="2026-05-26T09:45:18.321" v="26" actId="1076"/>
          <ac:spMkLst>
            <pc:docMk/>
            <pc:sldMk cId="0" sldId="263"/>
            <ac:spMk id="10" creationId="{36E91E1D-8498-23DB-A96E-7D189D5B141E}"/>
          </ac:spMkLst>
        </pc:spChg>
        <pc:picChg chg="add del mod modCrop">
          <ac:chgData name="Shervino Hodge" userId="S::shervino.hodge@learnwise.nl::4cbb2906-3849-4782-ba29-fc9d8959ee27" providerId="AD" clId="Web-{1E58C71A-BF91-AED0-DDA0-AD0D44B508F5}" dt="2026-05-26T09:44:03.521" v="10"/>
          <ac:picMkLst>
            <pc:docMk/>
            <pc:sldMk cId="0" sldId="263"/>
            <ac:picMk id="8" creationId="{EB3F01AF-5F68-A7C2-EE4C-EEB6D6A9604D}"/>
          </ac:picMkLst>
        </pc:picChg>
        <pc:picChg chg="add mod modCrop">
          <ac:chgData name="Shervino Hodge" userId="S::shervino.hodge@learnwise.nl::4cbb2906-3849-4782-ba29-fc9d8959ee27" providerId="AD" clId="Web-{1E58C71A-BF91-AED0-DDA0-AD0D44B508F5}" dt="2026-05-26T09:44:48.132" v="23" actId="14100"/>
          <ac:picMkLst>
            <pc:docMk/>
            <pc:sldMk cId="0" sldId="263"/>
            <ac:picMk id="9" creationId="{FFA3356C-BAE1-81C8-F06E-3C22F5EC22B4}"/>
          </ac:picMkLst>
        </pc:picChg>
      </pc:sldChg>
      <pc:sldChg chg="delSp modSp">
        <pc:chgData name="Shervino Hodge" userId="S::shervino.hodge@learnwise.nl::4cbb2906-3849-4782-ba29-fc9d8959ee27" providerId="AD" clId="Web-{1E58C71A-BF91-AED0-DDA0-AD0D44B508F5}" dt="2026-05-26T10:08:35.890" v="267" actId="1076"/>
        <pc:sldMkLst>
          <pc:docMk/>
          <pc:sldMk cId="0" sldId="264"/>
        </pc:sldMkLst>
        <pc:spChg chg="mod">
          <ac:chgData name="Shervino Hodge" userId="S::shervino.hodge@learnwise.nl::4cbb2906-3849-4782-ba29-fc9d8959ee27" providerId="AD" clId="Web-{1E58C71A-BF91-AED0-DDA0-AD0D44B508F5}" dt="2026-05-26T10:04:53.117" v="190" actId="1076"/>
          <ac:spMkLst>
            <pc:docMk/>
            <pc:sldMk cId="0" sldId="264"/>
            <ac:spMk id="4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05:40.853" v="195" actId="1076"/>
          <ac:spMkLst>
            <pc:docMk/>
            <pc:sldMk cId="0" sldId="264"/>
            <ac:spMk id="5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08:35.624" v="249" actId="1076"/>
          <ac:spMkLst>
            <pc:docMk/>
            <pc:sldMk cId="0" sldId="264"/>
            <ac:spMk id="7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08:35.640" v="250" actId="1076"/>
          <ac:spMkLst>
            <pc:docMk/>
            <pc:sldMk cId="0" sldId="264"/>
            <ac:spMk id="8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08:35.656" v="251" actId="1076"/>
          <ac:spMkLst>
            <pc:docMk/>
            <pc:sldMk cId="0" sldId="264"/>
            <ac:spMk id="9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08:35.671" v="252" actId="1076"/>
          <ac:spMkLst>
            <pc:docMk/>
            <pc:sldMk cId="0" sldId="264"/>
            <ac:spMk id="10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08:35.687" v="253" actId="1076"/>
          <ac:spMkLst>
            <pc:docMk/>
            <pc:sldMk cId="0" sldId="264"/>
            <ac:spMk id="11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08:35.702" v="254" actId="1076"/>
          <ac:spMkLst>
            <pc:docMk/>
            <pc:sldMk cId="0" sldId="264"/>
            <ac:spMk id="12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08:35.718" v="255" actId="1076"/>
          <ac:spMkLst>
            <pc:docMk/>
            <pc:sldMk cId="0" sldId="264"/>
            <ac:spMk id="13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08:35.734" v="256" actId="1076"/>
          <ac:spMkLst>
            <pc:docMk/>
            <pc:sldMk cId="0" sldId="264"/>
            <ac:spMk id="14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08:35.749" v="257" actId="1076"/>
          <ac:spMkLst>
            <pc:docMk/>
            <pc:sldMk cId="0" sldId="264"/>
            <ac:spMk id="15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08:35.765" v="258" actId="1076"/>
          <ac:spMkLst>
            <pc:docMk/>
            <pc:sldMk cId="0" sldId="264"/>
            <ac:spMk id="16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08:35.765" v="259" actId="1076"/>
          <ac:spMkLst>
            <pc:docMk/>
            <pc:sldMk cId="0" sldId="264"/>
            <ac:spMk id="17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08:35.781" v="260" actId="1076"/>
          <ac:spMkLst>
            <pc:docMk/>
            <pc:sldMk cId="0" sldId="264"/>
            <ac:spMk id="18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08:35.796" v="261" actId="1076"/>
          <ac:spMkLst>
            <pc:docMk/>
            <pc:sldMk cId="0" sldId="264"/>
            <ac:spMk id="19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08:35.812" v="262" actId="1076"/>
          <ac:spMkLst>
            <pc:docMk/>
            <pc:sldMk cId="0" sldId="264"/>
            <ac:spMk id="20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08:35.827" v="263" actId="1076"/>
          <ac:spMkLst>
            <pc:docMk/>
            <pc:sldMk cId="0" sldId="264"/>
            <ac:spMk id="21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08:35.843" v="264" actId="1076"/>
          <ac:spMkLst>
            <pc:docMk/>
            <pc:sldMk cId="0" sldId="264"/>
            <ac:spMk id="22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08:35.859" v="265" actId="1076"/>
          <ac:spMkLst>
            <pc:docMk/>
            <pc:sldMk cId="0" sldId="264"/>
            <ac:spMk id="23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08:35.874" v="266" actId="1076"/>
          <ac:spMkLst>
            <pc:docMk/>
            <pc:sldMk cId="0" sldId="264"/>
            <ac:spMk id="24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08:35.890" v="267" actId="1076"/>
          <ac:spMkLst>
            <pc:docMk/>
            <pc:sldMk cId="0" sldId="264"/>
            <ac:spMk id="25" creationId="{00000000-0000-0000-0000-000000000000}"/>
          </ac:spMkLst>
        </pc:spChg>
        <pc:spChg chg="del">
          <ac:chgData name="Shervino Hodge" userId="S::shervino.hodge@learnwise.nl::4cbb2906-3849-4782-ba29-fc9d8959ee27" providerId="AD" clId="Web-{1E58C71A-BF91-AED0-DDA0-AD0D44B508F5}" dt="2026-05-26T10:08:29.624" v="248"/>
          <ac:spMkLst>
            <pc:docMk/>
            <pc:sldMk cId="0" sldId="264"/>
            <ac:spMk id="26" creationId="{00000000-0000-0000-0000-000000000000}"/>
          </ac:spMkLst>
        </pc:spChg>
        <pc:spChg chg="del">
          <ac:chgData name="Shervino Hodge" userId="S::shervino.hodge@learnwise.nl::4cbb2906-3849-4782-ba29-fc9d8959ee27" providerId="AD" clId="Web-{1E58C71A-BF91-AED0-DDA0-AD0D44B508F5}" dt="2026-05-26T10:08:29.624" v="247"/>
          <ac:spMkLst>
            <pc:docMk/>
            <pc:sldMk cId="0" sldId="264"/>
            <ac:spMk id="27" creationId="{00000000-0000-0000-0000-000000000000}"/>
          </ac:spMkLst>
        </pc:spChg>
        <pc:spChg chg="del">
          <ac:chgData name="Shervino Hodge" userId="S::shervino.hodge@learnwise.nl::4cbb2906-3849-4782-ba29-fc9d8959ee27" providerId="AD" clId="Web-{1E58C71A-BF91-AED0-DDA0-AD0D44B508F5}" dt="2026-05-26T10:08:29.624" v="246"/>
          <ac:spMkLst>
            <pc:docMk/>
            <pc:sldMk cId="0" sldId="264"/>
            <ac:spMk id="28" creationId="{00000000-0000-0000-0000-000000000000}"/>
          </ac:spMkLst>
        </pc:spChg>
        <pc:spChg chg="del mod">
          <ac:chgData name="Shervino Hodge" userId="S::shervino.hodge@learnwise.nl::4cbb2906-3849-4782-ba29-fc9d8959ee27" providerId="AD" clId="Web-{1E58C71A-BF91-AED0-DDA0-AD0D44B508F5}" dt="2026-05-26T10:08:29.624" v="245"/>
          <ac:spMkLst>
            <pc:docMk/>
            <pc:sldMk cId="0" sldId="264"/>
            <ac:spMk id="29" creationId="{00000000-0000-0000-0000-000000000000}"/>
          </ac:spMkLst>
        </pc:spChg>
        <pc:spChg chg="del">
          <ac:chgData name="Shervino Hodge" userId="S::shervino.hodge@learnwise.nl::4cbb2906-3849-4782-ba29-fc9d8959ee27" providerId="AD" clId="Web-{1E58C71A-BF91-AED0-DDA0-AD0D44B508F5}" dt="2026-05-26T10:08:29.624" v="244"/>
          <ac:spMkLst>
            <pc:docMk/>
            <pc:sldMk cId="0" sldId="264"/>
            <ac:spMk id="30" creationId="{00000000-0000-0000-0000-000000000000}"/>
          </ac:spMkLst>
        </pc:spChg>
        <pc:spChg chg="del">
          <ac:chgData name="Shervino Hodge" userId="S::shervino.hodge@learnwise.nl::4cbb2906-3849-4782-ba29-fc9d8959ee27" providerId="AD" clId="Web-{1E58C71A-BF91-AED0-DDA0-AD0D44B508F5}" dt="2026-05-26T10:08:29.624" v="243"/>
          <ac:spMkLst>
            <pc:docMk/>
            <pc:sldMk cId="0" sldId="264"/>
            <ac:spMk id="31" creationId="{00000000-0000-0000-0000-000000000000}"/>
          </ac:spMkLst>
        </pc:spChg>
        <pc:spChg chg="del">
          <ac:chgData name="Shervino Hodge" userId="S::shervino.hodge@learnwise.nl::4cbb2906-3849-4782-ba29-fc9d8959ee27" providerId="AD" clId="Web-{1E58C71A-BF91-AED0-DDA0-AD0D44B508F5}" dt="2026-05-26T10:08:29.624" v="242"/>
          <ac:spMkLst>
            <pc:docMk/>
            <pc:sldMk cId="0" sldId="264"/>
            <ac:spMk id="32" creationId="{00000000-0000-0000-0000-000000000000}"/>
          </ac:spMkLst>
        </pc:spChg>
        <pc:spChg chg="del mod">
          <ac:chgData name="Shervino Hodge" userId="S::shervino.hodge@learnwise.nl::4cbb2906-3849-4782-ba29-fc9d8959ee27" providerId="AD" clId="Web-{1E58C71A-BF91-AED0-DDA0-AD0D44B508F5}" dt="2026-05-26T10:08:29.624" v="241"/>
          <ac:spMkLst>
            <pc:docMk/>
            <pc:sldMk cId="0" sldId="264"/>
            <ac:spMk id="33" creationId="{00000000-0000-0000-0000-000000000000}"/>
          </ac:spMkLst>
        </pc:spChg>
        <pc:spChg chg="del">
          <ac:chgData name="Shervino Hodge" userId="S::shervino.hodge@learnwise.nl::4cbb2906-3849-4782-ba29-fc9d8959ee27" providerId="AD" clId="Web-{1E58C71A-BF91-AED0-DDA0-AD0D44B508F5}" dt="2026-05-26T10:08:29.624" v="240"/>
          <ac:spMkLst>
            <pc:docMk/>
            <pc:sldMk cId="0" sldId="264"/>
            <ac:spMk id="34" creationId="{00000000-0000-0000-0000-000000000000}"/>
          </ac:spMkLst>
        </pc:spChg>
        <pc:spChg chg="del">
          <ac:chgData name="Shervino Hodge" userId="S::shervino.hodge@learnwise.nl::4cbb2906-3849-4782-ba29-fc9d8959ee27" providerId="AD" clId="Web-{1E58C71A-BF91-AED0-DDA0-AD0D44B508F5}" dt="2026-05-26T10:08:29.624" v="239"/>
          <ac:spMkLst>
            <pc:docMk/>
            <pc:sldMk cId="0" sldId="264"/>
            <ac:spMk id="35" creationId="{00000000-0000-0000-0000-000000000000}"/>
          </ac:spMkLst>
        </pc:spChg>
        <pc:spChg chg="del">
          <ac:chgData name="Shervino Hodge" userId="S::shervino.hodge@learnwise.nl::4cbb2906-3849-4782-ba29-fc9d8959ee27" providerId="AD" clId="Web-{1E58C71A-BF91-AED0-DDA0-AD0D44B508F5}" dt="2026-05-26T10:08:29.624" v="238"/>
          <ac:spMkLst>
            <pc:docMk/>
            <pc:sldMk cId="0" sldId="264"/>
            <ac:spMk id="36" creationId="{00000000-0000-0000-0000-000000000000}"/>
          </ac:spMkLst>
        </pc:spChg>
        <pc:spChg chg="del mod">
          <ac:chgData name="Shervino Hodge" userId="S::shervino.hodge@learnwise.nl::4cbb2906-3849-4782-ba29-fc9d8959ee27" providerId="AD" clId="Web-{1E58C71A-BF91-AED0-DDA0-AD0D44B508F5}" dt="2026-05-26T10:08:29.624" v="237"/>
          <ac:spMkLst>
            <pc:docMk/>
            <pc:sldMk cId="0" sldId="264"/>
            <ac:spMk id="37" creationId="{00000000-0000-0000-0000-000000000000}"/>
          </ac:spMkLst>
        </pc:spChg>
        <pc:spChg chg="del">
          <ac:chgData name="Shervino Hodge" userId="S::shervino.hodge@learnwise.nl::4cbb2906-3849-4782-ba29-fc9d8959ee27" providerId="AD" clId="Web-{1E58C71A-BF91-AED0-DDA0-AD0D44B508F5}" dt="2026-05-26T10:08:29.624" v="236"/>
          <ac:spMkLst>
            <pc:docMk/>
            <pc:sldMk cId="0" sldId="264"/>
            <ac:spMk id="38" creationId="{00000000-0000-0000-0000-000000000000}"/>
          </ac:spMkLst>
        </pc:spChg>
        <pc:spChg chg="del">
          <ac:chgData name="Shervino Hodge" userId="S::shervino.hodge@learnwise.nl::4cbb2906-3849-4782-ba29-fc9d8959ee27" providerId="AD" clId="Web-{1E58C71A-BF91-AED0-DDA0-AD0D44B508F5}" dt="2026-05-26T10:08:29.609" v="235"/>
          <ac:spMkLst>
            <pc:docMk/>
            <pc:sldMk cId="0" sldId="264"/>
            <ac:spMk id="39" creationId="{00000000-0000-0000-0000-000000000000}"/>
          </ac:spMkLst>
        </pc:spChg>
        <pc:spChg chg="del">
          <ac:chgData name="Shervino Hodge" userId="S::shervino.hodge@learnwise.nl::4cbb2906-3849-4782-ba29-fc9d8959ee27" providerId="AD" clId="Web-{1E58C71A-BF91-AED0-DDA0-AD0D44B508F5}" dt="2026-05-26T10:08:29.609" v="234"/>
          <ac:spMkLst>
            <pc:docMk/>
            <pc:sldMk cId="0" sldId="264"/>
            <ac:spMk id="40" creationId="{00000000-0000-0000-0000-000000000000}"/>
          </ac:spMkLst>
        </pc:spChg>
        <pc:spChg chg="del mod">
          <ac:chgData name="Shervino Hodge" userId="S::shervino.hodge@learnwise.nl::4cbb2906-3849-4782-ba29-fc9d8959ee27" providerId="AD" clId="Web-{1E58C71A-BF91-AED0-DDA0-AD0D44B508F5}" dt="2026-05-26T10:08:29.609" v="233"/>
          <ac:spMkLst>
            <pc:docMk/>
            <pc:sldMk cId="0" sldId="264"/>
            <ac:spMk id="41" creationId="{00000000-0000-0000-0000-000000000000}"/>
          </ac:spMkLst>
        </pc:spChg>
      </pc:sldChg>
      <pc:sldChg chg="modSp">
        <pc:chgData name="Shervino Hodge" userId="S::shervino.hodge@learnwise.nl::4cbb2906-3849-4782-ba29-fc9d8959ee27" providerId="AD" clId="Web-{1E58C71A-BF91-AED0-DDA0-AD0D44B508F5}" dt="2026-05-26T10:05:52.072" v="198" actId="20577"/>
        <pc:sldMkLst>
          <pc:docMk/>
          <pc:sldMk cId="0" sldId="265"/>
        </pc:sldMkLst>
        <pc:spChg chg="mod">
          <ac:chgData name="Shervino Hodge" userId="S::shervino.hodge@learnwise.nl::4cbb2906-3849-4782-ba29-fc9d8959ee27" providerId="AD" clId="Web-{1E58C71A-BF91-AED0-DDA0-AD0D44B508F5}" dt="2026-05-26T10:04:43.461" v="189" actId="1076"/>
          <ac:spMkLst>
            <pc:docMk/>
            <pc:sldMk cId="0" sldId="265"/>
            <ac:spMk id="4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05:52.072" v="198" actId="20577"/>
          <ac:spMkLst>
            <pc:docMk/>
            <pc:sldMk cId="0" sldId="265"/>
            <ac:spMk id="5" creationId="{00000000-0000-0000-0000-000000000000}"/>
          </ac:spMkLst>
        </pc:spChg>
      </pc:sldChg>
      <pc:sldChg chg="addSp delSp modSp">
        <pc:chgData name="Shervino Hodge" userId="S::shervino.hodge@learnwise.nl::4cbb2906-3849-4782-ba29-fc9d8959ee27" providerId="AD" clId="Web-{1E58C71A-BF91-AED0-DDA0-AD0D44B508F5}" dt="2026-05-26T10:06:40.621" v="209" actId="20577"/>
        <pc:sldMkLst>
          <pc:docMk/>
          <pc:sldMk cId="0" sldId="266"/>
        </pc:sldMkLst>
        <pc:spChg chg="mod">
          <ac:chgData name="Shervino Hodge" userId="S::shervino.hodge@learnwise.nl::4cbb2906-3849-4782-ba29-fc9d8959ee27" providerId="AD" clId="Web-{1E58C71A-BF91-AED0-DDA0-AD0D44B508F5}" dt="2026-05-26T10:06:01.276" v="199" actId="1076"/>
          <ac:spMkLst>
            <pc:docMk/>
            <pc:sldMk cId="0" sldId="266"/>
            <ac:spMk id="4" creationId="{00000000-0000-0000-0000-000000000000}"/>
          </ac:spMkLst>
        </pc:spChg>
        <pc:spChg chg="add del mod">
          <ac:chgData name="Shervino Hodge" userId="S::shervino.hodge@learnwise.nl::4cbb2906-3849-4782-ba29-fc9d8959ee27" providerId="AD" clId="Web-{1E58C71A-BF91-AED0-DDA0-AD0D44B508F5}" dt="2026-05-26T10:06:40.621" v="209" actId="20577"/>
          <ac:spMkLst>
            <pc:docMk/>
            <pc:sldMk cId="0" sldId="266"/>
            <ac:spMk id="5" creationId="{00000000-0000-0000-0000-000000000000}"/>
          </ac:spMkLst>
        </pc:spChg>
      </pc:sldChg>
      <pc:sldChg chg="modSp">
        <pc:chgData name="Shervino Hodge" userId="S::shervino.hodge@learnwise.nl::4cbb2906-3849-4782-ba29-fc9d8959ee27" providerId="AD" clId="Web-{1E58C71A-BF91-AED0-DDA0-AD0D44B508F5}" dt="2026-05-26T10:22:46.003" v="468" actId="1076"/>
        <pc:sldMkLst>
          <pc:docMk/>
          <pc:sldMk cId="0" sldId="267"/>
        </pc:sldMkLst>
        <pc:spChg chg="mod">
          <ac:chgData name="Shervino Hodge" userId="S::shervino.hodge@learnwise.nl::4cbb2906-3849-4782-ba29-fc9d8959ee27" providerId="AD" clId="Web-{1E58C71A-BF91-AED0-DDA0-AD0D44B508F5}" dt="2026-05-26T10:06:20.620" v="205" actId="1076"/>
          <ac:spMkLst>
            <pc:docMk/>
            <pc:sldMk cId="0" sldId="267"/>
            <ac:spMk id="4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06:23.229" v="207" actId="20577"/>
          <ac:spMkLst>
            <pc:docMk/>
            <pc:sldMk cId="0" sldId="267"/>
            <ac:spMk id="5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2:45.987" v="434" actId="1076"/>
          <ac:spMkLst>
            <pc:docMk/>
            <pc:sldMk cId="0" sldId="267"/>
            <ac:spMk id="7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2:45.987" v="435" actId="1076"/>
          <ac:spMkLst>
            <pc:docMk/>
            <pc:sldMk cId="0" sldId="267"/>
            <ac:spMk id="8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2:45.987" v="436" actId="1076"/>
          <ac:spMkLst>
            <pc:docMk/>
            <pc:sldMk cId="0" sldId="267"/>
            <ac:spMk id="9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2:45.987" v="437" actId="1076"/>
          <ac:spMkLst>
            <pc:docMk/>
            <pc:sldMk cId="0" sldId="267"/>
            <ac:spMk id="10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2:45.987" v="438" actId="1076"/>
          <ac:spMkLst>
            <pc:docMk/>
            <pc:sldMk cId="0" sldId="267"/>
            <ac:spMk id="11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2:45.987" v="439" actId="1076"/>
          <ac:spMkLst>
            <pc:docMk/>
            <pc:sldMk cId="0" sldId="267"/>
            <ac:spMk id="12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2:45.987" v="440" actId="1076"/>
          <ac:spMkLst>
            <pc:docMk/>
            <pc:sldMk cId="0" sldId="267"/>
            <ac:spMk id="13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2:45.987" v="441" actId="1076"/>
          <ac:spMkLst>
            <pc:docMk/>
            <pc:sldMk cId="0" sldId="267"/>
            <ac:spMk id="14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2:45.987" v="442" actId="1076"/>
          <ac:spMkLst>
            <pc:docMk/>
            <pc:sldMk cId="0" sldId="267"/>
            <ac:spMk id="15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2:45.987" v="443" actId="1076"/>
          <ac:spMkLst>
            <pc:docMk/>
            <pc:sldMk cId="0" sldId="267"/>
            <ac:spMk id="16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2:45.987" v="444" actId="1076"/>
          <ac:spMkLst>
            <pc:docMk/>
            <pc:sldMk cId="0" sldId="267"/>
            <ac:spMk id="17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2:45.987" v="445" actId="1076"/>
          <ac:spMkLst>
            <pc:docMk/>
            <pc:sldMk cId="0" sldId="267"/>
            <ac:spMk id="18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2:45.987" v="446" actId="1076"/>
          <ac:spMkLst>
            <pc:docMk/>
            <pc:sldMk cId="0" sldId="267"/>
            <ac:spMk id="19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2:45.987" v="447" actId="1076"/>
          <ac:spMkLst>
            <pc:docMk/>
            <pc:sldMk cId="0" sldId="267"/>
            <ac:spMk id="20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2:45.987" v="448" actId="1076"/>
          <ac:spMkLst>
            <pc:docMk/>
            <pc:sldMk cId="0" sldId="267"/>
            <ac:spMk id="21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2:45.987" v="449" actId="1076"/>
          <ac:spMkLst>
            <pc:docMk/>
            <pc:sldMk cId="0" sldId="267"/>
            <ac:spMk id="22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2:45.987" v="450" actId="1076"/>
          <ac:spMkLst>
            <pc:docMk/>
            <pc:sldMk cId="0" sldId="267"/>
            <ac:spMk id="23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2:45.987" v="451" actId="1076"/>
          <ac:spMkLst>
            <pc:docMk/>
            <pc:sldMk cId="0" sldId="267"/>
            <ac:spMk id="24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2:45.987" v="452" actId="1076"/>
          <ac:spMkLst>
            <pc:docMk/>
            <pc:sldMk cId="0" sldId="267"/>
            <ac:spMk id="25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2:45.987" v="453" actId="1076"/>
          <ac:spMkLst>
            <pc:docMk/>
            <pc:sldMk cId="0" sldId="267"/>
            <ac:spMk id="26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2:45.987" v="454" actId="1076"/>
          <ac:spMkLst>
            <pc:docMk/>
            <pc:sldMk cId="0" sldId="267"/>
            <ac:spMk id="27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2:45.987" v="455" actId="1076"/>
          <ac:spMkLst>
            <pc:docMk/>
            <pc:sldMk cId="0" sldId="267"/>
            <ac:spMk id="28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2:45.987" v="456" actId="1076"/>
          <ac:spMkLst>
            <pc:docMk/>
            <pc:sldMk cId="0" sldId="267"/>
            <ac:spMk id="29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2:45.987" v="457" actId="1076"/>
          <ac:spMkLst>
            <pc:docMk/>
            <pc:sldMk cId="0" sldId="267"/>
            <ac:spMk id="30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2:45.987" v="458" actId="1076"/>
          <ac:spMkLst>
            <pc:docMk/>
            <pc:sldMk cId="0" sldId="267"/>
            <ac:spMk id="31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2:45.987" v="459" actId="1076"/>
          <ac:spMkLst>
            <pc:docMk/>
            <pc:sldMk cId="0" sldId="267"/>
            <ac:spMk id="32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2:45.987" v="460" actId="1076"/>
          <ac:spMkLst>
            <pc:docMk/>
            <pc:sldMk cId="0" sldId="267"/>
            <ac:spMk id="33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2:45.987" v="461" actId="1076"/>
          <ac:spMkLst>
            <pc:docMk/>
            <pc:sldMk cId="0" sldId="267"/>
            <ac:spMk id="34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2:45.987" v="462" actId="1076"/>
          <ac:spMkLst>
            <pc:docMk/>
            <pc:sldMk cId="0" sldId="267"/>
            <ac:spMk id="35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2:45.987" v="463" actId="1076"/>
          <ac:spMkLst>
            <pc:docMk/>
            <pc:sldMk cId="0" sldId="267"/>
            <ac:spMk id="36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2:46.003" v="464" actId="1076"/>
          <ac:spMkLst>
            <pc:docMk/>
            <pc:sldMk cId="0" sldId="267"/>
            <ac:spMk id="37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2:46.003" v="465" actId="1076"/>
          <ac:spMkLst>
            <pc:docMk/>
            <pc:sldMk cId="0" sldId="267"/>
            <ac:spMk id="38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2:46.003" v="466" actId="1076"/>
          <ac:spMkLst>
            <pc:docMk/>
            <pc:sldMk cId="0" sldId="267"/>
            <ac:spMk id="39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2:46.003" v="467" actId="1076"/>
          <ac:spMkLst>
            <pc:docMk/>
            <pc:sldMk cId="0" sldId="267"/>
            <ac:spMk id="40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2:46.003" v="468" actId="1076"/>
          <ac:spMkLst>
            <pc:docMk/>
            <pc:sldMk cId="0" sldId="267"/>
            <ac:spMk id="41" creationId="{00000000-0000-0000-0000-000000000000}"/>
          </ac:spMkLst>
        </pc:spChg>
      </pc:sldChg>
      <pc:sldChg chg="modSp">
        <pc:chgData name="Shervino Hodge" userId="S::shervino.hodge@learnwise.nl::4cbb2906-3849-4782-ba29-fc9d8959ee27" providerId="AD" clId="Web-{1E58C71A-BF91-AED0-DDA0-AD0D44B508F5}" dt="2026-05-26T10:11:41.213" v="336" actId="1076"/>
        <pc:sldMkLst>
          <pc:docMk/>
          <pc:sldMk cId="0" sldId="268"/>
        </pc:sldMkLst>
        <pc:spChg chg="mod">
          <ac:chgData name="Shervino Hodge" userId="S::shervino.hodge@learnwise.nl::4cbb2906-3849-4782-ba29-fc9d8959ee27" providerId="AD" clId="Web-{1E58C71A-BF91-AED0-DDA0-AD0D44B508F5}" dt="2026-05-26T10:06:54.840" v="212" actId="1076"/>
          <ac:spMkLst>
            <pc:docMk/>
            <pc:sldMk cId="0" sldId="268"/>
            <ac:spMk id="4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06:54.856" v="213" actId="1076"/>
          <ac:spMkLst>
            <pc:docMk/>
            <pc:sldMk cId="0" sldId="268"/>
            <ac:spMk id="5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11:40.134" v="292" actId="1076"/>
          <ac:spMkLst>
            <pc:docMk/>
            <pc:sldMk cId="0" sldId="268"/>
            <ac:spMk id="7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11:40.150" v="293" actId="1076"/>
          <ac:spMkLst>
            <pc:docMk/>
            <pc:sldMk cId="0" sldId="268"/>
            <ac:spMk id="8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11:40.181" v="294" actId="1076"/>
          <ac:spMkLst>
            <pc:docMk/>
            <pc:sldMk cId="0" sldId="268"/>
            <ac:spMk id="9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11:40.197" v="295" actId="1076"/>
          <ac:spMkLst>
            <pc:docMk/>
            <pc:sldMk cId="0" sldId="268"/>
            <ac:spMk id="10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11:40.228" v="296" actId="1076"/>
          <ac:spMkLst>
            <pc:docMk/>
            <pc:sldMk cId="0" sldId="268"/>
            <ac:spMk id="11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11:40.244" v="297" actId="1076"/>
          <ac:spMkLst>
            <pc:docMk/>
            <pc:sldMk cId="0" sldId="268"/>
            <ac:spMk id="12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11:40.259" v="298" actId="1076"/>
          <ac:spMkLst>
            <pc:docMk/>
            <pc:sldMk cId="0" sldId="268"/>
            <ac:spMk id="13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11:40.275" v="299" actId="1076"/>
          <ac:spMkLst>
            <pc:docMk/>
            <pc:sldMk cId="0" sldId="268"/>
            <ac:spMk id="14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11:40.306" v="300" actId="1076"/>
          <ac:spMkLst>
            <pc:docMk/>
            <pc:sldMk cId="0" sldId="268"/>
            <ac:spMk id="15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11:40.338" v="301" actId="1076"/>
          <ac:spMkLst>
            <pc:docMk/>
            <pc:sldMk cId="0" sldId="268"/>
            <ac:spMk id="16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11:40.353" v="302" actId="1076"/>
          <ac:spMkLst>
            <pc:docMk/>
            <pc:sldMk cId="0" sldId="268"/>
            <ac:spMk id="17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11:40.384" v="303" actId="1076"/>
          <ac:spMkLst>
            <pc:docMk/>
            <pc:sldMk cId="0" sldId="268"/>
            <ac:spMk id="18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11:40.416" v="304" actId="1076"/>
          <ac:spMkLst>
            <pc:docMk/>
            <pc:sldMk cId="0" sldId="268"/>
            <ac:spMk id="19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11:40.431" v="305" actId="1076"/>
          <ac:spMkLst>
            <pc:docMk/>
            <pc:sldMk cId="0" sldId="268"/>
            <ac:spMk id="20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11:40.463" v="306" actId="1076"/>
          <ac:spMkLst>
            <pc:docMk/>
            <pc:sldMk cId="0" sldId="268"/>
            <ac:spMk id="21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11:40.478" v="307" actId="1076"/>
          <ac:spMkLst>
            <pc:docMk/>
            <pc:sldMk cId="0" sldId="268"/>
            <ac:spMk id="22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11:40.509" v="308" actId="1076"/>
          <ac:spMkLst>
            <pc:docMk/>
            <pc:sldMk cId="0" sldId="268"/>
            <ac:spMk id="23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11:40.541" v="309" actId="1076"/>
          <ac:spMkLst>
            <pc:docMk/>
            <pc:sldMk cId="0" sldId="268"/>
            <ac:spMk id="24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11:40.556" v="310" actId="1076"/>
          <ac:spMkLst>
            <pc:docMk/>
            <pc:sldMk cId="0" sldId="268"/>
            <ac:spMk id="25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11:40.572" v="311" actId="1076"/>
          <ac:spMkLst>
            <pc:docMk/>
            <pc:sldMk cId="0" sldId="268"/>
            <ac:spMk id="26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11:40.603" v="312" actId="1076"/>
          <ac:spMkLst>
            <pc:docMk/>
            <pc:sldMk cId="0" sldId="268"/>
            <ac:spMk id="27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11:40.634" v="313" actId="1076"/>
          <ac:spMkLst>
            <pc:docMk/>
            <pc:sldMk cId="0" sldId="268"/>
            <ac:spMk id="28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11:40.650" v="314" actId="1076"/>
          <ac:spMkLst>
            <pc:docMk/>
            <pc:sldMk cId="0" sldId="268"/>
            <ac:spMk id="29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11:40.681" v="315" actId="1076"/>
          <ac:spMkLst>
            <pc:docMk/>
            <pc:sldMk cId="0" sldId="268"/>
            <ac:spMk id="30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11:40.697" v="316" actId="1076"/>
          <ac:spMkLst>
            <pc:docMk/>
            <pc:sldMk cId="0" sldId="268"/>
            <ac:spMk id="31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11:40.713" v="317" actId="1076"/>
          <ac:spMkLst>
            <pc:docMk/>
            <pc:sldMk cId="0" sldId="268"/>
            <ac:spMk id="32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11:40.728" v="318" actId="1076"/>
          <ac:spMkLst>
            <pc:docMk/>
            <pc:sldMk cId="0" sldId="268"/>
            <ac:spMk id="33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11:40.759" v="319" actId="1076"/>
          <ac:spMkLst>
            <pc:docMk/>
            <pc:sldMk cId="0" sldId="268"/>
            <ac:spMk id="34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11:40.775" v="320" actId="1076"/>
          <ac:spMkLst>
            <pc:docMk/>
            <pc:sldMk cId="0" sldId="268"/>
            <ac:spMk id="35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11:40.806" v="321" actId="1076"/>
          <ac:spMkLst>
            <pc:docMk/>
            <pc:sldMk cId="0" sldId="268"/>
            <ac:spMk id="36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11:40.838" v="322" actId="1076"/>
          <ac:spMkLst>
            <pc:docMk/>
            <pc:sldMk cId="0" sldId="268"/>
            <ac:spMk id="37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11:40.869" v="323" actId="1076"/>
          <ac:spMkLst>
            <pc:docMk/>
            <pc:sldMk cId="0" sldId="268"/>
            <ac:spMk id="38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11:40.884" v="324" actId="1076"/>
          <ac:spMkLst>
            <pc:docMk/>
            <pc:sldMk cId="0" sldId="268"/>
            <ac:spMk id="39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11:40.947" v="325" actId="1076"/>
          <ac:spMkLst>
            <pc:docMk/>
            <pc:sldMk cId="0" sldId="268"/>
            <ac:spMk id="40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11:40.978" v="326" actId="1076"/>
          <ac:spMkLst>
            <pc:docMk/>
            <pc:sldMk cId="0" sldId="268"/>
            <ac:spMk id="41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11:41.009" v="327" actId="1076"/>
          <ac:spMkLst>
            <pc:docMk/>
            <pc:sldMk cId="0" sldId="268"/>
            <ac:spMk id="42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11:41.025" v="328" actId="1076"/>
          <ac:spMkLst>
            <pc:docMk/>
            <pc:sldMk cId="0" sldId="268"/>
            <ac:spMk id="43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11:41.041" v="329" actId="1076"/>
          <ac:spMkLst>
            <pc:docMk/>
            <pc:sldMk cId="0" sldId="268"/>
            <ac:spMk id="44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11:41.072" v="330" actId="1076"/>
          <ac:spMkLst>
            <pc:docMk/>
            <pc:sldMk cId="0" sldId="268"/>
            <ac:spMk id="45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11:41.088" v="331" actId="1076"/>
          <ac:spMkLst>
            <pc:docMk/>
            <pc:sldMk cId="0" sldId="268"/>
            <ac:spMk id="46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11:41.103" v="332" actId="1076"/>
          <ac:spMkLst>
            <pc:docMk/>
            <pc:sldMk cId="0" sldId="268"/>
            <ac:spMk id="47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11:41.134" v="333" actId="1076"/>
          <ac:spMkLst>
            <pc:docMk/>
            <pc:sldMk cId="0" sldId="268"/>
            <ac:spMk id="48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11:41.150" v="334" actId="1076"/>
          <ac:spMkLst>
            <pc:docMk/>
            <pc:sldMk cId="0" sldId="268"/>
            <ac:spMk id="49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11:41.181" v="335" actId="1076"/>
          <ac:spMkLst>
            <pc:docMk/>
            <pc:sldMk cId="0" sldId="268"/>
            <ac:spMk id="50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11:41.213" v="336" actId="1076"/>
          <ac:spMkLst>
            <pc:docMk/>
            <pc:sldMk cId="0" sldId="268"/>
            <ac:spMk id="51" creationId="{00000000-0000-0000-0000-000000000000}"/>
          </ac:spMkLst>
        </pc:spChg>
      </pc:sldChg>
      <pc:sldChg chg="add del ord">
        <pc:chgData name="Shervino Hodge" userId="S::shervino.hodge@learnwise.nl::4cbb2906-3849-4782-ba29-fc9d8959ee27" providerId="AD" clId="Web-{1E58C71A-BF91-AED0-DDA0-AD0D44B508F5}" dt="2026-05-26T10:24:45.179" v="526"/>
        <pc:sldMkLst>
          <pc:docMk/>
          <pc:sldMk cId="2447186423" sldId="269"/>
        </pc:sldMkLst>
      </pc:sldChg>
      <pc:sldChg chg="addSp delSp modSp add ord">
        <pc:chgData name="Shervino Hodge" userId="S::shervino.hodge@learnwise.nl::4cbb2906-3849-4782-ba29-fc9d8959ee27" providerId="AD" clId="Web-{1E58C71A-BF91-AED0-DDA0-AD0D44B508F5}" dt="2026-05-26T10:03:40.396" v="182" actId="20577"/>
        <pc:sldMkLst>
          <pc:docMk/>
          <pc:sldMk cId="177607410" sldId="271"/>
        </pc:sldMkLst>
        <pc:spChg chg="mod">
          <ac:chgData name="Shervino Hodge" userId="S::shervino.hodge@learnwise.nl::4cbb2906-3849-4782-ba29-fc9d8959ee27" providerId="AD" clId="Web-{1E58C71A-BF91-AED0-DDA0-AD0D44B508F5}" dt="2026-05-26T10:03:40.396" v="182" actId="20577"/>
          <ac:spMkLst>
            <pc:docMk/>
            <pc:sldMk cId="177607410" sldId="271"/>
            <ac:spMk id="4" creationId="{00000000-0000-0000-0000-000000000000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09:52:27.758" v="150" actId="14100"/>
          <ac:spMkLst>
            <pc:docMk/>
            <pc:sldMk cId="177607410" sldId="271"/>
            <ac:spMk id="12" creationId="{00000000-0000-0000-0000-000000000000}"/>
          </ac:spMkLst>
        </pc:spChg>
        <pc:picChg chg="del">
          <ac:chgData name="Shervino Hodge" userId="S::shervino.hodge@learnwise.nl::4cbb2906-3849-4782-ba29-fc9d8959ee27" providerId="AD" clId="Web-{1E58C71A-BF91-AED0-DDA0-AD0D44B508F5}" dt="2026-05-26T09:52:09.882" v="146"/>
          <ac:picMkLst>
            <pc:docMk/>
            <pc:sldMk cId="177607410" sldId="271"/>
            <ac:picMk id="7" creationId="{00000000-0000-0000-0000-000000000000}"/>
          </ac:picMkLst>
        </pc:picChg>
        <pc:picChg chg="add mod modCrop">
          <ac:chgData name="Shervino Hodge" userId="S::shervino.hodge@learnwise.nl::4cbb2906-3849-4782-ba29-fc9d8959ee27" providerId="AD" clId="Web-{1E58C71A-BF91-AED0-DDA0-AD0D44B508F5}" dt="2026-05-26T09:53:40.638" v="164"/>
          <ac:picMkLst>
            <pc:docMk/>
            <pc:sldMk cId="177607410" sldId="271"/>
            <ac:picMk id="25" creationId="{BAFF7254-0296-1978-CDC1-D7C5F07C3BE0}"/>
          </ac:picMkLst>
        </pc:picChg>
      </pc:sldChg>
      <pc:sldChg chg="modSp add ord">
        <pc:chgData name="Shervino Hodge" userId="S::shervino.hodge@learnwise.nl::4cbb2906-3849-4782-ba29-fc9d8959ee27" providerId="AD" clId="Web-{1E58C71A-BF91-AED0-DDA0-AD0D44B508F5}" dt="2026-05-26T10:06:58.715" v="214" actId="20577"/>
        <pc:sldMkLst>
          <pc:docMk/>
          <pc:sldMk cId="2447186423" sldId="272"/>
        </pc:sldMkLst>
        <pc:spChg chg="mod">
          <ac:chgData name="Shervino Hodge" userId="S::shervino.hodge@learnwise.nl::4cbb2906-3849-4782-ba29-fc9d8959ee27" providerId="AD" clId="Web-{1E58C71A-BF91-AED0-DDA0-AD0D44B508F5}" dt="2026-05-26T10:06:58.715" v="214" actId="20577"/>
          <ac:spMkLst>
            <pc:docMk/>
            <pc:sldMk cId="2447186423" sldId="272"/>
            <ac:spMk id="4" creationId="{A40D87E7-CBEC-0508-C09A-08A0746D0B7E}"/>
          </ac:spMkLst>
        </pc:spChg>
      </pc:sldChg>
      <pc:sldChg chg="addSp delSp modSp add ord">
        <pc:chgData name="Shervino Hodge" userId="S::shervino.hodge@learnwise.nl::4cbb2906-3849-4782-ba29-fc9d8959ee27" providerId="AD" clId="Web-{1E58C71A-BF91-AED0-DDA0-AD0D44B508F5}" dt="2026-05-26T10:43:50.100" v="650" actId="20577"/>
        <pc:sldMkLst>
          <pc:docMk/>
          <pc:sldMk cId="79030257" sldId="273"/>
        </pc:sldMkLst>
        <pc:spChg chg="add del mod">
          <ac:chgData name="Shervino Hodge" userId="S::shervino.hodge@learnwise.nl::4cbb2906-3849-4782-ba29-fc9d8959ee27" providerId="AD" clId="Web-{1E58C71A-BF91-AED0-DDA0-AD0D44B508F5}" dt="2026-05-26T10:25:02.945" v="546"/>
          <ac:spMkLst>
            <pc:docMk/>
            <pc:sldMk cId="79030257" sldId="273"/>
            <ac:spMk id="4" creationId="{CEF7DA11-65C0-6924-705D-F0778BF17427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43:50.100" v="650" actId="20577"/>
          <ac:spMkLst>
            <pc:docMk/>
            <pc:sldMk cId="79030257" sldId="273"/>
            <ac:spMk id="6" creationId="{00000000-0000-0000-0000-000000000000}"/>
          </ac:spMkLst>
        </pc:spChg>
        <pc:spChg chg="add del mod">
          <ac:chgData name="Shervino Hodge" userId="S::shervino.hodge@learnwise.nl::4cbb2906-3849-4782-ba29-fc9d8959ee27" providerId="AD" clId="Web-{1E58C71A-BF91-AED0-DDA0-AD0D44B508F5}" dt="2026-05-26T10:25:02.945" v="545"/>
          <ac:spMkLst>
            <pc:docMk/>
            <pc:sldMk cId="79030257" sldId="273"/>
            <ac:spMk id="7" creationId="{2290AC3E-56A9-2403-0D84-3D3A43740AE3}"/>
          </ac:spMkLst>
        </pc:spChg>
        <pc:spChg chg="add del mod">
          <ac:chgData name="Shervino Hodge" userId="S::shervino.hodge@learnwise.nl::4cbb2906-3849-4782-ba29-fc9d8959ee27" providerId="AD" clId="Web-{1E58C71A-BF91-AED0-DDA0-AD0D44B508F5}" dt="2026-05-26T10:25:02.945" v="544"/>
          <ac:spMkLst>
            <pc:docMk/>
            <pc:sldMk cId="79030257" sldId="273"/>
            <ac:spMk id="8" creationId="{BE671526-0AF0-BB56-4F31-6F2BE85EA142}"/>
          </ac:spMkLst>
        </pc:spChg>
        <pc:spChg chg="add del mod">
          <ac:chgData name="Shervino Hodge" userId="S::shervino.hodge@learnwise.nl::4cbb2906-3849-4782-ba29-fc9d8959ee27" providerId="AD" clId="Web-{1E58C71A-BF91-AED0-DDA0-AD0D44B508F5}" dt="2026-05-26T10:25:02.945" v="543"/>
          <ac:spMkLst>
            <pc:docMk/>
            <pc:sldMk cId="79030257" sldId="273"/>
            <ac:spMk id="9" creationId="{F33C5994-D5DA-A9D8-661E-59A3F562DD97}"/>
          </ac:spMkLst>
        </pc:spChg>
        <pc:spChg chg="add del mod">
          <ac:chgData name="Shervino Hodge" userId="S::shervino.hodge@learnwise.nl::4cbb2906-3849-4782-ba29-fc9d8959ee27" providerId="AD" clId="Web-{1E58C71A-BF91-AED0-DDA0-AD0D44B508F5}" dt="2026-05-26T10:25:02.945" v="542"/>
          <ac:spMkLst>
            <pc:docMk/>
            <pc:sldMk cId="79030257" sldId="273"/>
            <ac:spMk id="10" creationId="{E5852781-074E-AB20-5E03-A4BD022DB84B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5:16.445" v="579" actId="1076"/>
          <ac:spMkLst>
            <pc:docMk/>
            <pc:sldMk cId="79030257" sldId="273"/>
            <ac:spMk id="88" creationId="{4005BE62-1961-89B5-77F9-B32FB72760DB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5:04.336" v="556" actId="1076"/>
          <ac:spMkLst>
            <pc:docMk/>
            <pc:sldMk cId="79030257" sldId="273"/>
            <ac:spMk id="90" creationId="{143195AF-E3CF-2634-46BF-BF60DBAD312B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5:49.587" v="589" actId="14100"/>
          <ac:spMkLst>
            <pc:docMk/>
            <pc:sldMk cId="79030257" sldId="273"/>
            <ac:spMk id="92" creationId="{5B29658D-243E-9713-A5F4-CBF25626AFD2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5:04.336" v="554" actId="1076"/>
          <ac:spMkLst>
            <pc:docMk/>
            <pc:sldMk cId="79030257" sldId="273"/>
            <ac:spMk id="94" creationId="{A2F1126E-1D32-2A86-34D0-69F4BDD64BC5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5:04.336" v="553" actId="1076"/>
          <ac:spMkLst>
            <pc:docMk/>
            <pc:sldMk cId="79030257" sldId="273"/>
            <ac:spMk id="96" creationId="{0A76BA38-19AA-71CA-9EB0-A16BE2FD23BA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5:04.336" v="552" actId="1076"/>
          <ac:spMkLst>
            <pc:docMk/>
            <pc:sldMk cId="79030257" sldId="273"/>
            <ac:spMk id="98" creationId="{CF8675BB-D8B6-A346-5479-69458E30AF8D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6:00.760" v="592" actId="20577"/>
          <ac:spMkLst>
            <pc:docMk/>
            <pc:sldMk cId="79030257" sldId="273"/>
            <ac:spMk id="100" creationId="{ABF083A8-4F51-211B-2ABF-C9E91EFAB31C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5:05.383" v="575" actId="1076"/>
          <ac:spMkLst>
            <pc:docMk/>
            <pc:sldMk cId="79030257" sldId="273"/>
            <ac:spMk id="102" creationId="{279E6149-4EA6-43F1-1327-135AD0B1466A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5:05.383" v="574" actId="1076"/>
          <ac:spMkLst>
            <pc:docMk/>
            <pc:sldMk cId="79030257" sldId="273"/>
            <ac:spMk id="104" creationId="{3E03D831-91BD-6AB7-F075-47D59F27BC8F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5:05.383" v="573" actId="1076"/>
          <ac:spMkLst>
            <pc:docMk/>
            <pc:sldMk cId="79030257" sldId="273"/>
            <ac:spMk id="106" creationId="{4DFCB54F-39FA-04F2-759B-A0573CC73C84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5:05.383" v="572" actId="1076"/>
          <ac:spMkLst>
            <pc:docMk/>
            <pc:sldMk cId="79030257" sldId="273"/>
            <ac:spMk id="108" creationId="{3A6F3373-478E-0756-6188-4629E11AA3DB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5:05.383" v="571" actId="1076"/>
          <ac:spMkLst>
            <pc:docMk/>
            <pc:sldMk cId="79030257" sldId="273"/>
            <ac:spMk id="110" creationId="{6A853B76-8DBA-0DF7-DC13-53B25A8E0958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5:05.383" v="570" actId="1076"/>
          <ac:spMkLst>
            <pc:docMk/>
            <pc:sldMk cId="79030257" sldId="273"/>
            <ac:spMk id="112" creationId="{85DDE4CC-20E3-3008-CD10-B7DA80360803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5:05.383" v="569" actId="1076"/>
          <ac:spMkLst>
            <pc:docMk/>
            <pc:sldMk cId="79030257" sldId="273"/>
            <ac:spMk id="114" creationId="{BE8F39F0-3EF6-1620-C110-C762D8ACED8C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39:40.528" v="612" actId="20577"/>
          <ac:spMkLst>
            <pc:docMk/>
            <pc:sldMk cId="79030257" sldId="273"/>
            <ac:spMk id="116" creationId="{FEA8A355-940D-B8D3-79F8-9CD4E22A370E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5:05.383" v="567" actId="1076"/>
          <ac:spMkLst>
            <pc:docMk/>
            <pc:sldMk cId="79030257" sldId="273"/>
            <ac:spMk id="118" creationId="{361DD918-781C-CF61-C7E1-E9D6E9E0E20E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5:05.383" v="566" actId="1076"/>
          <ac:spMkLst>
            <pc:docMk/>
            <pc:sldMk cId="79030257" sldId="273"/>
            <ac:spMk id="120" creationId="{59C43831-D706-C22E-44A3-B8E7F6294A2F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5:05.383" v="565" actId="1076"/>
          <ac:spMkLst>
            <pc:docMk/>
            <pc:sldMk cId="79030257" sldId="273"/>
            <ac:spMk id="122" creationId="{AB36EFD0-5F18-9E82-7DB5-E6B5C97F2586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5:05.383" v="564" actId="1076"/>
          <ac:spMkLst>
            <pc:docMk/>
            <pc:sldMk cId="79030257" sldId="273"/>
            <ac:spMk id="124" creationId="{A4770C46-3A15-F48C-AAA3-A93A3632C39F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5:04.336" v="550" actId="1076"/>
          <ac:spMkLst>
            <pc:docMk/>
            <pc:sldMk cId="79030257" sldId="273"/>
            <ac:spMk id="126" creationId="{EE3FD17C-6757-0B40-3DA5-020D2F2AC771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5:04.336" v="549" actId="1076"/>
          <ac:spMkLst>
            <pc:docMk/>
            <pc:sldMk cId="79030257" sldId="273"/>
            <ac:spMk id="128" creationId="{743570FE-8A10-DCFF-8659-B9FF4BAD5D3A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5:05.383" v="563" actId="1076"/>
          <ac:spMkLst>
            <pc:docMk/>
            <pc:sldMk cId="79030257" sldId="273"/>
            <ac:spMk id="130" creationId="{B6F5684C-D9DF-8792-7F3C-0A09AF348A98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5:05.383" v="562" actId="1076"/>
          <ac:spMkLst>
            <pc:docMk/>
            <pc:sldMk cId="79030257" sldId="273"/>
            <ac:spMk id="132" creationId="{A0A936AA-77D1-F126-DEE2-B7E270FDFEC9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5:05.383" v="561" actId="1076"/>
          <ac:spMkLst>
            <pc:docMk/>
            <pc:sldMk cId="79030257" sldId="273"/>
            <ac:spMk id="134" creationId="{A640B9C6-4617-BCE5-FB6C-07A08944AC12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5:04.336" v="548" actId="1076"/>
          <ac:spMkLst>
            <pc:docMk/>
            <pc:sldMk cId="79030257" sldId="273"/>
            <ac:spMk id="136" creationId="{14F3AA33-8FC9-BC52-ED48-2A1F74038F4D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7:00.826" v="594" actId="20577"/>
          <ac:spMkLst>
            <pc:docMk/>
            <pc:sldMk cId="79030257" sldId="273"/>
            <ac:spMk id="138" creationId="{53BF2864-7C08-6AD4-46D6-B599FC04E818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5:05.383" v="560" actId="1076"/>
          <ac:spMkLst>
            <pc:docMk/>
            <pc:sldMk cId="79030257" sldId="273"/>
            <ac:spMk id="140" creationId="{96AC6112-CAAD-F2B4-D7A2-2411D619C75A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5:05.383" v="559" actId="1076"/>
          <ac:spMkLst>
            <pc:docMk/>
            <pc:sldMk cId="79030257" sldId="273"/>
            <ac:spMk id="142" creationId="{CF603D6B-B415-5307-77D6-58773AF63734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25:05.383" v="558" actId="1076"/>
          <ac:spMkLst>
            <pc:docMk/>
            <pc:sldMk cId="79030257" sldId="273"/>
            <ac:spMk id="144" creationId="{F7D7A2B9-CE90-804E-BCDC-715E656940D7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07:15.184" v="218" actId="20577"/>
          <ac:spMkLst>
            <pc:docMk/>
            <pc:sldMk cId="79030257" sldId="273"/>
            <ac:spMk id="146" creationId="{216A512C-CDF4-F31E-803A-DE24DA2E9CFE}"/>
          </ac:spMkLst>
        </pc:spChg>
        <pc:inkChg chg="add del">
          <ac:chgData name="Shervino Hodge" userId="S::shervino.hodge@learnwise.nl::4cbb2906-3849-4782-ba29-fc9d8959ee27" providerId="AD" clId="Web-{1E58C71A-BF91-AED0-DDA0-AD0D44B508F5}" dt="2026-05-26T10:39:35.543" v="610"/>
          <ac:inkMkLst>
            <pc:docMk/>
            <pc:sldMk cId="79030257" sldId="273"/>
            <ac:inkMk id="11" creationId="{C7208A9A-9852-2598-C1E5-043D3911FF1D}"/>
          </ac:inkMkLst>
        </pc:inkChg>
        <pc:inkChg chg="add del">
          <ac:chgData name="Shervino Hodge" userId="S::shervino.hodge@learnwise.nl::4cbb2906-3849-4782-ba29-fc9d8959ee27" providerId="AD" clId="Web-{1E58C71A-BF91-AED0-DDA0-AD0D44B508F5}" dt="2026-05-26T10:39:29.949" v="607"/>
          <ac:inkMkLst>
            <pc:docMk/>
            <pc:sldMk cId="79030257" sldId="273"/>
            <ac:inkMk id="12" creationId="{99ECCE80-29DE-2FBD-55C0-610DD6A01A6B}"/>
          </ac:inkMkLst>
        </pc:inkChg>
        <pc:inkChg chg="add del">
          <ac:chgData name="Shervino Hodge" userId="S::shervino.hodge@learnwise.nl::4cbb2906-3849-4782-ba29-fc9d8959ee27" providerId="AD" clId="Web-{1E58C71A-BF91-AED0-DDA0-AD0D44B508F5}" dt="2026-05-26T10:39:29.949" v="606"/>
          <ac:inkMkLst>
            <pc:docMk/>
            <pc:sldMk cId="79030257" sldId="273"/>
            <ac:inkMk id="13" creationId="{AA92B03D-64E1-F81C-E56F-9DD7C0AC6D35}"/>
          </ac:inkMkLst>
        </pc:inkChg>
        <pc:inkChg chg="add del">
          <ac:chgData name="Shervino Hodge" userId="S::shervino.hodge@learnwise.nl::4cbb2906-3849-4782-ba29-fc9d8959ee27" providerId="AD" clId="Web-{1E58C71A-BF91-AED0-DDA0-AD0D44B508F5}" dt="2026-05-26T10:39:29.949" v="605"/>
          <ac:inkMkLst>
            <pc:docMk/>
            <pc:sldMk cId="79030257" sldId="273"/>
            <ac:inkMk id="14" creationId="{4A9144A8-AE5E-A3A0-8FF9-7EBD0EDA48F6}"/>
          </ac:inkMkLst>
        </pc:inkChg>
        <pc:inkChg chg="add del">
          <ac:chgData name="Shervino Hodge" userId="S::shervino.hodge@learnwise.nl::4cbb2906-3849-4782-ba29-fc9d8959ee27" providerId="AD" clId="Web-{1E58C71A-BF91-AED0-DDA0-AD0D44B508F5}" dt="2026-05-26T10:39:29.949" v="604"/>
          <ac:inkMkLst>
            <pc:docMk/>
            <pc:sldMk cId="79030257" sldId="273"/>
            <ac:inkMk id="15" creationId="{42DDF552-1C8F-2C8B-B269-6A5D57976ECD}"/>
          </ac:inkMkLst>
        </pc:inkChg>
        <pc:inkChg chg="add del">
          <ac:chgData name="Shervino Hodge" userId="S::shervino.hodge@learnwise.nl::4cbb2906-3849-4782-ba29-fc9d8959ee27" providerId="AD" clId="Web-{1E58C71A-BF91-AED0-DDA0-AD0D44B508F5}" dt="2026-05-26T10:39:29.949" v="603"/>
          <ac:inkMkLst>
            <pc:docMk/>
            <pc:sldMk cId="79030257" sldId="273"/>
            <ac:inkMk id="16" creationId="{64510C4A-59CF-ED66-7455-A79AB8D01688}"/>
          </ac:inkMkLst>
        </pc:inkChg>
      </pc:sldChg>
      <pc:sldChg chg="modSp add ord">
        <pc:chgData name="Shervino Hodge" userId="S::shervino.hodge@learnwise.nl::4cbb2906-3849-4782-ba29-fc9d8959ee27" providerId="AD" clId="Web-{1E58C71A-BF91-AED0-DDA0-AD0D44B508F5}" dt="2026-05-26T10:07:19.684" v="220" actId="20577"/>
        <pc:sldMkLst>
          <pc:docMk/>
          <pc:sldMk cId="1878409110" sldId="274"/>
        </pc:sldMkLst>
        <pc:spChg chg="mod">
          <ac:chgData name="Shervino Hodge" userId="S::shervino.hodge@learnwise.nl::4cbb2906-3849-4782-ba29-fc9d8959ee27" providerId="AD" clId="Web-{1E58C71A-BF91-AED0-DDA0-AD0D44B508F5}" dt="2026-05-26T10:07:19.684" v="220" actId="20577"/>
          <ac:spMkLst>
            <pc:docMk/>
            <pc:sldMk cId="1878409110" sldId="274"/>
            <ac:spMk id="4" creationId="{63899178-9603-2C6B-D5D6-A987CCDAE12E}"/>
          </ac:spMkLst>
        </pc:spChg>
        <pc:spChg chg="mod">
          <ac:chgData name="Shervino Hodge" userId="S::shervino.hodge@learnwise.nl::4cbb2906-3849-4782-ba29-fc9d8959ee27" providerId="AD" clId="Web-{1E58C71A-BF91-AED0-DDA0-AD0D44B508F5}" dt="2026-05-26T10:03:19.317" v="177" actId="20577"/>
          <ac:spMkLst>
            <pc:docMk/>
            <pc:sldMk cId="1878409110" sldId="274"/>
            <ac:spMk id="6" creationId="{94844469-E5B6-2C53-7A14-A5A5AB8E4A70}"/>
          </ac:spMkLst>
        </pc:spChg>
      </pc:sldChg>
      <pc:sldChg chg="add del">
        <pc:chgData name="Shervino Hodge" userId="S::shervino.hodge@learnwise.nl::4cbb2906-3849-4782-ba29-fc9d8959ee27" providerId="AD" clId="Web-{1E58C71A-BF91-AED0-DDA0-AD0D44B508F5}" dt="2026-05-26T10:24:45.179" v="525"/>
        <pc:sldMkLst>
          <pc:docMk/>
          <pc:sldMk cId="1596633022" sldId="275"/>
        </pc:sldMkLst>
      </pc:sldChg>
      <pc:sldChg chg="add del">
        <pc:chgData name="Shervino Hodge" userId="S::shervino.hodge@learnwise.nl::4cbb2906-3849-4782-ba29-fc9d8959ee27" providerId="AD" clId="Web-{1E58C71A-BF91-AED0-DDA0-AD0D44B508F5}" dt="2026-05-26T10:24:45.163" v="524"/>
        <pc:sldMkLst>
          <pc:docMk/>
          <pc:sldMk cId="2449726040" sldId="276"/>
        </pc:sldMkLst>
      </pc:sldChg>
    </pc:docChg>
  </pc:docChgLst>
  <pc:docChgLst>
    <pc:chgData name="Bastiaan van Oorde" userId="S::bastiaan.van.oorde@learnwise.nl::9d8c5f64-2c40-42fe-89d4-f5037fc2b0f0" providerId="AD" clId="Web-{230767AB-AA4C-1439-823C-59911728D2AF}"/>
    <pc:docChg chg="modSld">
      <pc:chgData name="Bastiaan van Oorde" userId="S::bastiaan.van.oorde@learnwise.nl::9d8c5f64-2c40-42fe-89d4-f5037fc2b0f0" providerId="AD" clId="Web-{230767AB-AA4C-1439-823C-59911728D2AF}" dt="2026-05-26T13:05:40.469" v="144" actId="1076"/>
      <pc:docMkLst>
        <pc:docMk/>
      </pc:docMkLst>
      <pc:sldChg chg="modSp">
        <pc:chgData name="Bastiaan van Oorde" userId="S::bastiaan.van.oorde@learnwise.nl::9d8c5f64-2c40-42fe-89d4-f5037fc2b0f0" providerId="AD" clId="Web-{230767AB-AA4C-1439-823C-59911728D2AF}" dt="2026-05-26T12:54:46.274" v="93" actId="20577"/>
        <pc:sldMkLst>
          <pc:docMk/>
          <pc:sldMk cId="0" sldId="259"/>
        </pc:sldMkLst>
        <pc:spChg chg="mod">
          <ac:chgData name="Bastiaan van Oorde" userId="S::bastiaan.van.oorde@learnwise.nl::9d8c5f64-2c40-42fe-89d4-f5037fc2b0f0" providerId="AD" clId="Web-{230767AB-AA4C-1439-823C-59911728D2AF}" dt="2026-05-26T12:54:39.384" v="91" actId="1076"/>
          <ac:spMkLst>
            <pc:docMk/>
            <pc:sldMk cId="0" sldId="259"/>
            <ac:spMk id="7" creationId="{00000000-0000-0000-0000-000000000000}"/>
          </ac:spMkLst>
        </pc:spChg>
        <pc:spChg chg="mod">
          <ac:chgData name="Bastiaan van Oorde" userId="S::bastiaan.van.oorde@learnwise.nl::9d8c5f64-2c40-42fe-89d4-f5037fc2b0f0" providerId="AD" clId="Web-{230767AB-AA4C-1439-823C-59911728D2AF}" dt="2026-05-26T12:53:55.523" v="81" actId="20577"/>
          <ac:spMkLst>
            <pc:docMk/>
            <pc:sldMk cId="0" sldId="259"/>
            <ac:spMk id="10" creationId="{00000000-0000-0000-0000-000000000000}"/>
          </ac:spMkLst>
        </pc:spChg>
        <pc:spChg chg="mod">
          <ac:chgData name="Bastiaan van Oorde" userId="S::bastiaan.van.oorde@learnwise.nl::9d8c5f64-2c40-42fe-89d4-f5037fc2b0f0" providerId="AD" clId="Web-{230767AB-AA4C-1439-823C-59911728D2AF}" dt="2026-05-26T12:53:51.070" v="80" actId="20577"/>
          <ac:spMkLst>
            <pc:docMk/>
            <pc:sldMk cId="0" sldId="259"/>
            <ac:spMk id="13" creationId="{00000000-0000-0000-0000-000000000000}"/>
          </ac:spMkLst>
        </pc:spChg>
        <pc:spChg chg="mod">
          <ac:chgData name="Bastiaan van Oorde" userId="S::bastiaan.van.oorde@learnwise.nl::9d8c5f64-2c40-42fe-89d4-f5037fc2b0f0" providerId="AD" clId="Web-{230767AB-AA4C-1439-823C-59911728D2AF}" dt="2026-05-26T12:53:47.476" v="79" actId="20577"/>
          <ac:spMkLst>
            <pc:docMk/>
            <pc:sldMk cId="0" sldId="259"/>
            <ac:spMk id="16" creationId="{00000000-0000-0000-0000-000000000000}"/>
          </ac:spMkLst>
        </pc:spChg>
        <pc:spChg chg="mod">
          <ac:chgData name="Bastiaan van Oorde" userId="S::bastiaan.van.oorde@learnwise.nl::9d8c5f64-2c40-42fe-89d4-f5037fc2b0f0" providerId="AD" clId="Web-{230767AB-AA4C-1439-823C-59911728D2AF}" dt="2026-05-26T12:53:43.476" v="78" actId="20577"/>
          <ac:spMkLst>
            <pc:docMk/>
            <pc:sldMk cId="0" sldId="259"/>
            <ac:spMk id="19" creationId="{00000000-0000-0000-0000-000000000000}"/>
          </ac:spMkLst>
        </pc:spChg>
        <pc:spChg chg="mod">
          <ac:chgData name="Bastiaan van Oorde" userId="S::bastiaan.van.oorde@learnwise.nl::9d8c5f64-2c40-42fe-89d4-f5037fc2b0f0" providerId="AD" clId="Web-{230767AB-AA4C-1439-823C-59911728D2AF}" dt="2026-05-26T12:53:59.945" v="82" actId="20577"/>
          <ac:spMkLst>
            <pc:docMk/>
            <pc:sldMk cId="0" sldId="259"/>
            <ac:spMk id="24" creationId="{00000000-0000-0000-0000-000000000000}"/>
          </ac:spMkLst>
        </pc:spChg>
        <pc:spChg chg="mod">
          <ac:chgData name="Bastiaan van Oorde" userId="S::bastiaan.van.oorde@learnwise.nl::9d8c5f64-2c40-42fe-89d4-f5037fc2b0f0" providerId="AD" clId="Web-{230767AB-AA4C-1439-823C-59911728D2AF}" dt="2026-05-26T12:54:04.664" v="83" actId="20577"/>
          <ac:spMkLst>
            <pc:docMk/>
            <pc:sldMk cId="0" sldId="259"/>
            <ac:spMk id="27" creationId="{00000000-0000-0000-0000-000000000000}"/>
          </ac:spMkLst>
        </pc:spChg>
        <pc:spChg chg="mod">
          <ac:chgData name="Bastiaan van Oorde" userId="S::bastiaan.van.oorde@learnwise.nl::9d8c5f64-2c40-42fe-89d4-f5037fc2b0f0" providerId="AD" clId="Web-{230767AB-AA4C-1439-823C-59911728D2AF}" dt="2026-05-26T12:54:09.680" v="84" actId="20577"/>
          <ac:spMkLst>
            <pc:docMk/>
            <pc:sldMk cId="0" sldId="259"/>
            <ac:spMk id="30" creationId="{00000000-0000-0000-0000-000000000000}"/>
          </ac:spMkLst>
        </pc:spChg>
        <pc:spChg chg="mod">
          <ac:chgData name="Bastiaan van Oorde" userId="S::bastiaan.van.oorde@learnwise.nl::9d8c5f64-2c40-42fe-89d4-f5037fc2b0f0" providerId="AD" clId="Web-{230767AB-AA4C-1439-823C-59911728D2AF}" dt="2026-05-26T12:54:23.227" v="86" actId="20577"/>
          <ac:spMkLst>
            <pc:docMk/>
            <pc:sldMk cId="0" sldId="259"/>
            <ac:spMk id="33" creationId="{00000000-0000-0000-0000-000000000000}"/>
          </ac:spMkLst>
        </pc:spChg>
        <pc:spChg chg="mod">
          <ac:chgData name="Bastiaan van Oorde" userId="S::bastiaan.van.oorde@learnwise.nl::9d8c5f64-2c40-42fe-89d4-f5037fc2b0f0" providerId="AD" clId="Web-{230767AB-AA4C-1439-823C-59911728D2AF}" dt="2026-05-26T12:54:46.274" v="93" actId="20577"/>
          <ac:spMkLst>
            <pc:docMk/>
            <pc:sldMk cId="0" sldId="259"/>
            <ac:spMk id="34" creationId="{00000000-0000-0000-0000-000000000000}"/>
          </ac:spMkLst>
        </pc:spChg>
      </pc:sldChg>
      <pc:sldChg chg="addSp modSp">
        <pc:chgData name="Bastiaan van Oorde" userId="S::bastiaan.van.oorde@learnwise.nl::9d8c5f64-2c40-42fe-89d4-f5037fc2b0f0" providerId="AD" clId="Web-{230767AB-AA4C-1439-823C-59911728D2AF}" dt="2026-05-26T13:05:40.469" v="144" actId="1076"/>
        <pc:sldMkLst>
          <pc:docMk/>
          <pc:sldMk cId="0" sldId="265"/>
        </pc:sldMkLst>
        <pc:spChg chg="mod">
          <ac:chgData name="Bastiaan van Oorde" userId="S::bastiaan.van.oorde@learnwise.nl::9d8c5f64-2c40-42fe-89d4-f5037fc2b0f0" providerId="AD" clId="Web-{230767AB-AA4C-1439-823C-59911728D2AF}" dt="2026-05-26T13:04:38.373" v="136" actId="20577"/>
          <ac:spMkLst>
            <pc:docMk/>
            <pc:sldMk cId="0" sldId="265"/>
            <ac:spMk id="9" creationId="{00000000-0000-0000-0000-000000000000}"/>
          </ac:spMkLst>
        </pc:spChg>
        <pc:spChg chg="mod">
          <ac:chgData name="Bastiaan van Oorde" userId="S::bastiaan.van.oorde@learnwise.nl::9d8c5f64-2c40-42fe-89d4-f5037fc2b0f0" providerId="AD" clId="Web-{230767AB-AA4C-1439-823C-59911728D2AF}" dt="2026-05-26T13:02:12.711" v="106" actId="20577"/>
          <ac:spMkLst>
            <pc:docMk/>
            <pc:sldMk cId="0" sldId="265"/>
            <ac:spMk id="10" creationId="{00000000-0000-0000-0000-000000000000}"/>
          </ac:spMkLst>
        </pc:spChg>
        <pc:spChg chg="mod">
          <ac:chgData name="Bastiaan van Oorde" userId="S::bastiaan.van.oorde@learnwise.nl::9d8c5f64-2c40-42fe-89d4-f5037fc2b0f0" providerId="AD" clId="Web-{230767AB-AA4C-1439-823C-59911728D2AF}" dt="2026-05-26T13:04:40.638" v="137" actId="20577"/>
          <ac:spMkLst>
            <pc:docMk/>
            <pc:sldMk cId="0" sldId="265"/>
            <ac:spMk id="13" creationId="{00000000-0000-0000-0000-000000000000}"/>
          </ac:spMkLst>
        </pc:spChg>
        <pc:spChg chg="mod">
          <ac:chgData name="Bastiaan van Oorde" userId="S::bastiaan.van.oorde@learnwise.nl::9d8c5f64-2c40-42fe-89d4-f5037fc2b0f0" providerId="AD" clId="Web-{230767AB-AA4C-1439-823C-59911728D2AF}" dt="2026-05-26T13:02:23.305" v="109" actId="20577"/>
          <ac:spMkLst>
            <pc:docMk/>
            <pc:sldMk cId="0" sldId="265"/>
            <ac:spMk id="14" creationId="{00000000-0000-0000-0000-000000000000}"/>
          </ac:spMkLst>
        </pc:spChg>
        <pc:spChg chg="mod">
          <ac:chgData name="Bastiaan van Oorde" userId="S::bastiaan.van.oorde@learnwise.nl::9d8c5f64-2c40-42fe-89d4-f5037fc2b0f0" providerId="AD" clId="Web-{230767AB-AA4C-1439-823C-59911728D2AF}" dt="2026-05-26T13:04:43.873" v="138" actId="20577"/>
          <ac:spMkLst>
            <pc:docMk/>
            <pc:sldMk cId="0" sldId="265"/>
            <ac:spMk id="17" creationId="{00000000-0000-0000-0000-000000000000}"/>
          </ac:spMkLst>
        </pc:spChg>
        <pc:spChg chg="mod">
          <ac:chgData name="Bastiaan van Oorde" userId="S::bastiaan.van.oorde@learnwise.nl::9d8c5f64-2c40-42fe-89d4-f5037fc2b0f0" providerId="AD" clId="Web-{230767AB-AA4C-1439-823C-59911728D2AF}" dt="2026-05-26T13:05:11.733" v="143" actId="20577"/>
          <ac:spMkLst>
            <pc:docMk/>
            <pc:sldMk cId="0" sldId="265"/>
            <ac:spMk id="18" creationId="{00000000-0000-0000-0000-000000000000}"/>
          </ac:spMkLst>
        </pc:spChg>
        <pc:spChg chg="mod">
          <ac:chgData name="Bastiaan van Oorde" userId="S::bastiaan.van.oorde@learnwise.nl::9d8c5f64-2c40-42fe-89d4-f5037fc2b0f0" providerId="AD" clId="Web-{230767AB-AA4C-1439-823C-59911728D2AF}" dt="2026-05-26T13:04:49.029" v="139" actId="20577"/>
          <ac:spMkLst>
            <pc:docMk/>
            <pc:sldMk cId="0" sldId="265"/>
            <ac:spMk id="21" creationId="{00000000-0000-0000-0000-000000000000}"/>
          </ac:spMkLst>
        </pc:spChg>
        <pc:spChg chg="mod">
          <ac:chgData name="Bastiaan van Oorde" userId="S::bastiaan.van.oorde@learnwise.nl::9d8c5f64-2c40-42fe-89d4-f5037fc2b0f0" providerId="AD" clId="Web-{230767AB-AA4C-1439-823C-59911728D2AF}" dt="2026-05-26T13:03:18.464" v="112" actId="20577"/>
          <ac:spMkLst>
            <pc:docMk/>
            <pc:sldMk cId="0" sldId="265"/>
            <ac:spMk id="22" creationId="{00000000-0000-0000-0000-000000000000}"/>
          </ac:spMkLst>
        </pc:spChg>
        <pc:spChg chg="mod">
          <ac:chgData name="Bastiaan van Oorde" userId="S::bastiaan.van.oorde@learnwise.nl::9d8c5f64-2c40-42fe-89d4-f5037fc2b0f0" providerId="AD" clId="Web-{230767AB-AA4C-1439-823C-59911728D2AF}" dt="2026-05-26T13:04:53.029" v="140" actId="20577"/>
          <ac:spMkLst>
            <pc:docMk/>
            <pc:sldMk cId="0" sldId="265"/>
            <ac:spMk id="25" creationId="{00000000-0000-0000-0000-000000000000}"/>
          </ac:spMkLst>
        </pc:spChg>
        <pc:spChg chg="mod">
          <ac:chgData name="Bastiaan van Oorde" userId="S::bastiaan.van.oorde@learnwise.nl::9d8c5f64-2c40-42fe-89d4-f5037fc2b0f0" providerId="AD" clId="Web-{230767AB-AA4C-1439-823C-59911728D2AF}" dt="2026-05-26T13:03:34.355" v="115" actId="20577"/>
          <ac:spMkLst>
            <pc:docMk/>
            <pc:sldMk cId="0" sldId="265"/>
            <ac:spMk id="26" creationId="{00000000-0000-0000-0000-000000000000}"/>
          </ac:spMkLst>
        </pc:spChg>
        <pc:spChg chg="add mod">
          <ac:chgData name="Bastiaan van Oorde" userId="S::bastiaan.van.oorde@learnwise.nl::9d8c5f64-2c40-42fe-89d4-f5037fc2b0f0" providerId="AD" clId="Web-{230767AB-AA4C-1439-823C-59911728D2AF}" dt="2026-05-26T13:03:58.309" v="128" actId="1076"/>
          <ac:spMkLst>
            <pc:docMk/>
            <pc:sldMk cId="0" sldId="265"/>
            <ac:spMk id="27" creationId="{BDC19267-27F6-3564-9157-19205A388B7B}"/>
          </ac:spMkLst>
        </pc:spChg>
        <pc:spChg chg="add mod">
          <ac:chgData name="Bastiaan van Oorde" userId="S::bastiaan.van.oorde@learnwise.nl::9d8c5f64-2c40-42fe-89d4-f5037fc2b0f0" providerId="AD" clId="Web-{230767AB-AA4C-1439-823C-59911728D2AF}" dt="2026-05-26T13:03:58.340" v="129" actId="1076"/>
          <ac:spMkLst>
            <pc:docMk/>
            <pc:sldMk cId="0" sldId="265"/>
            <ac:spMk id="28" creationId="{13B041C4-18D3-1939-A6BD-EF0194655DDB}"/>
          </ac:spMkLst>
        </pc:spChg>
        <pc:spChg chg="add mod">
          <ac:chgData name="Bastiaan van Oorde" userId="S::bastiaan.van.oorde@learnwise.nl::9d8c5f64-2c40-42fe-89d4-f5037fc2b0f0" providerId="AD" clId="Web-{230767AB-AA4C-1439-823C-59911728D2AF}" dt="2026-05-26T13:04:59.967" v="141" actId="20577"/>
          <ac:spMkLst>
            <pc:docMk/>
            <pc:sldMk cId="0" sldId="265"/>
            <ac:spMk id="29" creationId="{D88E9EDB-C504-5C9E-E04B-41CB898D9C72}"/>
          </ac:spMkLst>
        </pc:spChg>
        <pc:spChg chg="add mod">
          <ac:chgData name="Bastiaan van Oorde" userId="S::bastiaan.van.oorde@learnwise.nl::9d8c5f64-2c40-42fe-89d4-f5037fc2b0f0" providerId="AD" clId="Web-{230767AB-AA4C-1439-823C-59911728D2AF}" dt="2026-05-26T13:05:40.469" v="144" actId="1076"/>
          <ac:spMkLst>
            <pc:docMk/>
            <pc:sldMk cId="0" sldId="265"/>
            <ac:spMk id="30" creationId="{1F8542C9-A0A5-9EBF-9265-FA319E2C5D84}"/>
          </ac:spMkLst>
        </pc:spChg>
      </pc:sldChg>
      <pc:sldChg chg="modSp">
        <pc:chgData name="Bastiaan van Oorde" userId="S::bastiaan.van.oorde@learnwise.nl::9d8c5f64-2c40-42fe-89d4-f5037fc2b0f0" providerId="AD" clId="Web-{230767AB-AA4C-1439-823C-59911728D2AF}" dt="2026-05-26T12:45:14.349" v="1" actId="20577"/>
        <pc:sldMkLst>
          <pc:docMk/>
          <pc:sldMk cId="0" sldId="268"/>
        </pc:sldMkLst>
        <pc:spChg chg="mod">
          <ac:chgData name="Bastiaan van Oorde" userId="S::bastiaan.van.oorde@learnwise.nl::9d8c5f64-2c40-42fe-89d4-f5037fc2b0f0" providerId="AD" clId="Web-{230767AB-AA4C-1439-823C-59911728D2AF}" dt="2026-05-26T12:45:14.349" v="1" actId="20577"/>
          <ac:spMkLst>
            <pc:docMk/>
            <pc:sldMk cId="0" sldId="268"/>
            <ac:spMk id="35" creationId="{00000000-0000-0000-0000-000000000000}"/>
          </ac:spMkLst>
        </pc:spChg>
      </pc:sldChg>
      <pc:sldChg chg="addSp delSp modSp">
        <pc:chgData name="Bastiaan van Oorde" userId="S::bastiaan.van.oorde@learnwise.nl::9d8c5f64-2c40-42fe-89d4-f5037fc2b0f0" providerId="AD" clId="Web-{230767AB-AA4C-1439-823C-59911728D2AF}" dt="2026-05-26T12:53:14.115" v="74" actId="20577"/>
        <pc:sldMkLst>
          <pc:docMk/>
          <pc:sldMk cId="177607410" sldId="271"/>
        </pc:sldMkLst>
        <pc:spChg chg="mod">
          <ac:chgData name="Bastiaan van Oorde" userId="S::bastiaan.van.oorde@learnwise.nl::9d8c5f64-2c40-42fe-89d4-f5037fc2b0f0" providerId="AD" clId="Web-{230767AB-AA4C-1439-823C-59911728D2AF}" dt="2026-05-26T12:50:07.062" v="29" actId="1076"/>
          <ac:spMkLst>
            <pc:docMk/>
            <pc:sldMk cId="177607410" sldId="271"/>
            <ac:spMk id="8" creationId="{00000000-0000-0000-0000-000000000000}"/>
          </ac:spMkLst>
        </pc:spChg>
        <pc:spChg chg="add del">
          <ac:chgData name="Bastiaan van Oorde" userId="S::bastiaan.van.oorde@learnwise.nl::9d8c5f64-2c40-42fe-89d4-f5037fc2b0f0" providerId="AD" clId="Web-{230767AB-AA4C-1439-823C-59911728D2AF}" dt="2026-05-26T12:48:41.075" v="10"/>
          <ac:spMkLst>
            <pc:docMk/>
            <pc:sldMk cId="177607410" sldId="271"/>
            <ac:spMk id="10" creationId="{D71C43E1-5EBD-BDC8-2BB9-936142E1FF4C}"/>
          </ac:spMkLst>
        </pc:spChg>
        <pc:spChg chg="add del mod">
          <ac:chgData name="Bastiaan van Oorde" userId="S::bastiaan.van.oorde@learnwise.nl::9d8c5f64-2c40-42fe-89d4-f5037fc2b0f0" providerId="AD" clId="Web-{230767AB-AA4C-1439-823C-59911728D2AF}" dt="2026-05-26T12:48:50.810" v="12"/>
          <ac:spMkLst>
            <pc:docMk/>
            <pc:sldMk cId="177607410" sldId="271"/>
            <ac:spMk id="11" creationId="{00000000-0000-0000-0000-000000000000}"/>
          </ac:spMkLst>
        </pc:spChg>
        <pc:spChg chg="del">
          <ac:chgData name="Bastiaan van Oorde" userId="S::bastiaan.van.oorde@learnwise.nl::9d8c5f64-2c40-42fe-89d4-f5037fc2b0f0" providerId="AD" clId="Web-{230767AB-AA4C-1439-823C-59911728D2AF}" dt="2026-05-26T12:50:28.860" v="37"/>
          <ac:spMkLst>
            <pc:docMk/>
            <pc:sldMk cId="177607410" sldId="271"/>
            <ac:spMk id="15" creationId="{00000000-0000-0000-0000-000000000000}"/>
          </ac:spMkLst>
        </pc:spChg>
        <pc:spChg chg="add del">
          <ac:chgData name="Bastiaan van Oorde" userId="S::bastiaan.van.oorde@learnwise.nl::9d8c5f64-2c40-42fe-89d4-f5037fc2b0f0" providerId="AD" clId="Web-{230767AB-AA4C-1439-823C-59911728D2AF}" dt="2026-05-26T12:48:41.075" v="9"/>
          <ac:spMkLst>
            <pc:docMk/>
            <pc:sldMk cId="177607410" sldId="271"/>
            <ac:spMk id="18" creationId="{C8D17D33-4E45-E58D-F7A2-02CBEE7B629C}"/>
          </ac:spMkLst>
        </pc:spChg>
        <pc:spChg chg="del">
          <ac:chgData name="Bastiaan van Oorde" userId="S::bastiaan.van.oorde@learnwise.nl::9d8c5f64-2c40-42fe-89d4-f5037fc2b0f0" providerId="AD" clId="Web-{230767AB-AA4C-1439-823C-59911728D2AF}" dt="2026-05-26T12:50:36.860" v="38"/>
          <ac:spMkLst>
            <pc:docMk/>
            <pc:sldMk cId="177607410" sldId="271"/>
            <ac:spMk id="19" creationId="{00000000-0000-0000-0000-000000000000}"/>
          </ac:spMkLst>
        </pc:spChg>
        <pc:spChg chg="del">
          <ac:chgData name="Bastiaan van Oorde" userId="S::bastiaan.van.oorde@learnwise.nl::9d8c5f64-2c40-42fe-89d4-f5037fc2b0f0" providerId="AD" clId="Web-{230767AB-AA4C-1439-823C-59911728D2AF}" dt="2026-05-26T12:50:41.501" v="39"/>
          <ac:spMkLst>
            <pc:docMk/>
            <pc:sldMk cId="177607410" sldId="271"/>
            <ac:spMk id="23" creationId="{00000000-0000-0000-0000-000000000000}"/>
          </ac:spMkLst>
        </pc:spChg>
        <pc:spChg chg="add mod">
          <ac:chgData name="Bastiaan van Oorde" userId="S::bastiaan.van.oorde@learnwise.nl::9d8c5f64-2c40-42fe-89d4-f5037fc2b0f0" providerId="AD" clId="Web-{230767AB-AA4C-1439-823C-59911728D2AF}" dt="2026-05-26T12:49:48.218" v="24" actId="20577"/>
          <ac:spMkLst>
            <pc:docMk/>
            <pc:sldMk cId="177607410" sldId="271"/>
            <ac:spMk id="24" creationId="{73BD5255-7A42-01B9-9345-AAC95361F493}"/>
          </ac:spMkLst>
        </pc:spChg>
        <pc:spChg chg="add mod">
          <ac:chgData name="Bastiaan van Oorde" userId="S::bastiaan.van.oorde@learnwise.nl::9d8c5f64-2c40-42fe-89d4-f5037fc2b0f0" providerId="AD" clId="Web-{230767AB-AA4C-1439-823C-59911728D2AF}" dt="2026-05-26T12:50:12.078" v="30" actId="1076"/>
          <ac:spMkLst>
            <pc:docMk/>
            <pc:sldMk cId="177607410" sldId="271"/>
            <ac:spMk id="27" creationId="{26C850A6-E7C8-CD75-EEAD-BDF5923839D7}"/>
          </ac:spMkLst>
        </pc:spChg>
        <pc:spChg chg="add mod">
          <ac:chgData name="Bastiaan van Oorde" userId="S::bastiaan.van.oorde@learnwise.nl::9d8c5f64-2c40-42fe-89d4-f5037fc2b0f0" providerId="AD" clId="Web-{230767AB-AA4C-1439-823C-59911728D2AF}" dt="2026-05-26T12:51:34.346" v="54" actId="1076"/>
          <ac:spMkLst>
            <pc:docMk/>
            <pc:sldMk cId="177607410" sldId="271"/>
            <ac:spMk id="28" creationId="{AB9A5854-47CC-384C-BF9E-E56E0A73E68D}"/>
          </ac:spMkLst>
        </pc:spChg>
        <pc:spChg chg="add mod">
          <ac:chgData name="Bastiaan van Oorde" userId="S::bastiaan.van.oorde@learnwise.nl::9d8c5f64-2c40-42fe-89d4-f5037fc2b0f0" providerId="AD" clId="Web-{230767AB-AA4C-1439-823C-59911728D2AF}" dt="2026-05-26T12:51:28.315" v="53" actId="20577"/>
          <ac:spMkLst>
            <pc:docMk/>
            <pc:sldMk cId="177607410" sldId="271"/>
            <ac:spMk id="29" creationId="{A5E03AB7-381B-1619-3C57-69B382DB4714}"/>
          </ac:spMkLst>
        </pc:spChg>
        <pc:spChg chg="add mod">
          <ac:chgData name="Bastiaan van Oorde" userId="S::bastiaan.van.oorde@learnwise.nl::9d8c5f64-2c40-42fe-89d4-f5037fc2b0f0" providerId="AD" clId="Web-{230767AB-AA4C-1439-823C-59911728D2AF}" dt="2026-05-26T12:52:16.598" v="62" actId="1076"/>
          <ac:spMkLst>
            <pc:docMk/>
            <pc:sldMk cId="177607410" sldId="271"/>
            <ac:spMk id="30" creationId="{AE81BBFB-51ED-01F9-83A6-A20627383794}"/>
          </ac:spMkLst>
        </pc:spChg>
        <pc:spChg chg="add mod">
          <ac:chgData name="Bastiaan van Oorde" userId="S::bastiaan.van.oorde@learnwise.nl::9d8c5f64-2c40-42fe-89d4-f5037fc2b0f0" providerId="AD" clId="Web-{230767AB-AA4C-1439-823C-59911728D2AF}" dt="2026-05-26T12:52:22.051" v="63" actId="1076"/>
          <ac:spMkLst>
            <pc:docMk/>
            <pc:sldMk cId="177607410" sldId="271"/>
            <ac:spMk id="31" creationId="{86A16DAF-C773-9626-BDEB-2833F174421A}"/>
          </ac:spMkLst>
        </pc:spChg>
        <pc:spChg chg="add mod">
          <ac:chgData name="Bastiaan van Oorde" userId="S::bastiaan.van.oorde@learnwise.nl::9d8c5f64-2c40-42fe-89d4-f5037fc2b0f0" providerId="AD" clId="Web-{230767AB-AA4C-1439-823C-59911728D2AF}" dt="2026-05-26T12:53:07.318" v="73" actId="20577"/>
          <ac:spMkLst>
            <pc:docMk/>
            <pc:sldMk cId="177607410" sldId="271"/>
            <ac:spMk id="32" creationId="{5B747D98-9A9A-D884-BAFC-AFA6949FA1D0}"/>
          </ac:spMkLst>
        </pc:spChg>
        <pc:spChg chg="add mod">
          <ac:chgData name="Bastiaan van Oorde" userId="S::bastiaan.van.oorde@learnwise.nl::9d8c5f64-2c40-42fe-89d4-f5037fc2b0f0" providerId="AD" clId="Web-{230767AB-AA4C-1439-823C-59911728D2AF}" dt="2026-05-26T12:53:14.115" v="74" actId="20577"/>
          <ac:spMkLst>
            <pc:docMk/>
            <pc:sldMk cId="177607410" sldId="271"/>
            <ac:spMk id="33" creationId="{162004C0-0095-6512-BF98-A2767B2A4CCE}"/>
          </ac:spMkLst>
        </pc:spChg>
      </pc:sldChg>
    </pc:docChg>
  </pc:docChgLst>
  <pc:docChgLst>
    <pc:chgData name="Shervino Hodge" userId="S::shervino.hodge@learnwise.nl::4cbb2906-3849-4782-ba29-fc9d8959ee27" providerId="AD" clId="Web-{D484211E-17D0-ACCD-9162-A65916D767E1}"/>
    <pc:docChg chg="mod modSld">
      <pc:chgData name="Shervino Hodge" userId="S::shervino.hodge@learnwise.nl::4cbb2906-3849-4782-ba29-fc9d8959ee27" providerId="AD" clId="Web-{D484211E-17D0-ACCD-9162-A65916D767E1}" dt="2026-05-26T11:29:08.693" v="20"/>
      <pc:docMkLst>
        <pc:docMk/>
      </pc:docMkLst>
      <pc:sldChg chg="modSp">
        <pc:chgData name="Shervino Hodge" userId="S::shervino.hodge@learnwise.nl::4cbb2906-3849-4782-ba29-fc9d8959ee27" providerId="AD" clId="Web-{D484211E-17D0-ACCD-9162-A65916D767E1}" dt="2026-05-26T11:07:34.340" v="19" actId="20577"/>
        <pc:sldMkLst>
          <pc:docMk/>
          <pc:sldMk cId="0" sldId="260"/>
        </pc:sldMkLst>
        <pc:spChg chg="mod">
          <ac:chgData name="Shervino Hodge" userId="S::shervino.hodge@learnwise.nl::4cbb2906-3849-4782-ba29-fc9d8959ee27" providerId="AD" clId="Web-{D484211E-17D0-ACCD-9162-A65916D767E1}" dt="2026-05-26T11:07:29.214" v="9" actId="20577"/>
          <ac:spMkLst>
            <pc:docMk/>
            <pc:sldMk cId="0" sldId="260"/>
            <ac:spMk id="10" creationId="{00000000-0000-0000-0000-000000000000}"/>
          </ac:spMkLst>
        </pc:spChg>
        <pc:spChg chg="mod">
          <ac:chgData name="Shervino Hodge" userId="S::shervino.hodge@learnwise.nl::4cbb2906-3849-4782-ba29-fc9d8959ee27" providerId="AD" clId="Web-{D484211E-17D0-ACCD-9162-A65916D767E1}" dt="2026-05-26T11:07:34.340" v="19" actId="20577"/>
          <ac:spMkLst>
            <pc:docMk/>
            <pc:sldMk cId="0" sldId="260"/>
            <ac:spMk id="16" creationId="{00000000-0000-0000-0000-000000000000}"/>
          </ac:spMkLst>
        </pc:spChg>
      </pc:sldChg>
    </pc:docChg>
  </pc:docChgLst>
  <pc:docChgLst>
    <pc:chgData name="Bastiaan van Oorde" userId="9d8c5f64-2c40-42fe-89d4-f5037fc2b0f0" providerId="ADAL" clId="{68605B71-91A9-496D-A682-570FB7762760}"/>
    <pc:docChg chg="undo redo custSel addSld delSld modSld">
      <pc:chgData name="Bastiaan van Oorde" userId="9d8c5f64-2c40-42fe-89d4-f5037fc2b0f0" providerId="ADAL" clId="{68605B71-91A9-496D-A682-570FB7762760}" dt="2026-05-28T08:49:37.867" v="1358" actId="14100"/>
      <pc:docMkLst>
        <pc:docMk/>
      </pc:docMkLst>
      <pc:sldChg chg="modSp mod">
        <pc:chgData name="Bastiaan van Oorde" userId="9d8c5f64-2c40-42fe-89d4-f5037fc2b0f0" providerId="ADAL" clId="{68605B71-91A9-496D-A682-570FB7762760}" dt="2026-05-27T07:17:58.869" v="1276" actId="20577"/>
        <pc:sldMkLst>
          <pc:docMk/>
          <pc:sldMk cId="0" sldId="267"/>
        </pc:sldMkLst>
        <pc:spChg chg="mod">
          <ac:chgData name="Bastiaan van Oorde" userId="9d8c5f64-2c40-42fe-89d4-f5037fc2b0f0" providerId="ADAL" clId="{68605B71-91A9-496D-A682-570FB7762760}" dt="2026-05-27T07:17:58.869" v="1276" actId="20577"/>
          <ac:spMkLst>
            <pc:docMk/>
            <pc:sldMk cId="0" sldId="267"/>
            <ac:spMk id="33" creationId="{00000000-0000-0000-0000-000000000000}"/>
          </ac:spMkLst>
        </pc:spChg>
      </pc:sldChg>
      <pc:sldChg chg="modSp mod">
        <pc:chgData name="Bastiaan van Oorde" userId="9d8c5f64-2c40-42fe-89d4-f5037fc2b0f0" providerId="ADAL" clId="{68605B71-91A9-496D-A682-570FB7762760}" dt="2026-05-27T07:17:22.760" v="1274"/>
        <pc:sldMkLst>
          <pc:docMk/>
          <pc:sldMk cId="0" sldId="268"/>
        </pc:sldMkLst>
        <pc:spChg chg="mod">
          <ac:chgData name="Bastiaan van Oorde" userId="9d8c5f64-2c40-42fe-89d4-f5037fc2b0f0" providerId="ADAL" clId="{68605B71-91A9-496D-A682-570FB7762760}" dt="2026-05-27T07:17:22.760" v="1274"/>
          <ac:spMkLst>
            <pc:docMk/>
            <pc:sldMk cId="0" sldId="268"/>
            <ac:spMk id="51" creationId="{00000000-0000-0000-0000-000000000000}"/>
          </ac:spMkLst>
        </pc:spChg>
      </pc:sldChg>
      <pc:sldChg chg="add">
        <pc:chgData name="Bastiaan van Oorde" userId="9d8c5f64-2c40-42fe-89d4-f5037fc2b0f0" providerId="ADAL" clId="{68605B71-91A9-496D-A682-570FB7762760}" dt="2026-05-26T13:23:18.820" v="408"/>
        <pc:sldMkLst>
          <pc:docMk/>
          <pc:sldMk cId="4166127608" sldId="276"/>
        </pc:sldMkLst>
      </pc:sldChg>
      <pc:sldChg chg="add">
        <pc:chgData name="Bastiaan van Oorde" userId="9d8c5f64-2c40-42fe-89d4-f5037fc2b0f0" providerId="ADAL" clId="{68605B71-91A9-496D-A682-570FB7762760}" dt="2026-05-26T17:45:12.593" v="562"/>
        <pc:sldMkLst>
          <pc:docMk/>
          <pc:sldMk cId="2807818912" sldId="286"/>
        </pc:sldMkLst>
      </pc:sldChg>
      <pc:sldChg chg="modSp add mod">
        <pc:chgData name="Bastiaan van Oorde" userId="9d8c5f64-2c40-42fe-89d4-f5037fc2b0f0" providerId="ADAL" clId="{68605B71-91A9-496D-A682-570FB7762760}" dt="2026-05-26T18:30:16.121" v="1027"/>
        <pc:sldMkLst>
          <pc:docMk/>
          <pc:sldMk cId="1103809285" sldId="287"/>
        </pc:sldMkLst>
        <pc:spChg chg="mod">
          <ac:chgData name="Bastiaan van Oorde" userId="9d8c5f64-2c40-42fe-89d4-f5037fc2b0f0" providerId="ADAL" clId="{68605B71-91A9-496D-A682-570FB7762760}" dt="2026-05-26T18:30:16.109" v="995"/>
          <ac:spMkLst>
            <pc:docMk/>
            <pc:sldMk cId="1103809285" sldId="287"/>
            <ac:spMk id="7" creationId="{A573AC90-4BD8-0B4E-CCBA-13B47D8618B7}"/>
          </ac:spMkLst>
        </pc:spChg>
        <pc:spChg chg="mod">
          <ac:chgData name="Bastiaan van Oorde" userId="9d8c5f64-2c40-42fe-89d4-f5037fc2b0f0" providerId="ADAL" clId="{68605B71-91A9-496D-A682-570FB7762760}" dt="2026-05-26T18:30:16.110" v="996"/>
          <ac:spMkLst>
            <pc:docMk/>
            <pc:sldMk cId="1103809285" sldId="287"/>
            <ac:spMk id="8" creationId="{4B065620-5368-FA0C-ED50-3C15FC6F27DA}"/>
          </ac:spMkLst>
        </pc:spChg>
        <pc:spChg chg="mod">
          <ac:chgData name="Bastiaan van Oorde" userId="9d8c5f64-2c40-42fe-89d4-f5037fc2b0f0" providerId="ADAL" clId="{68605B71-91A9-496D-A682-570FB7762760}" dt="2026-05-26T18:30:16.110" v="997"/>
          <ac:spMkLst>
            <pc:docMk/>
            <pc:sldMk cId="1103809285" sldId="287"/>
            <ac:spMk id="9" creationId="{8A6C9AFB-5423-ED05-F963-7E5F070DE67E}"/>
          </ac:spMkLst>
        </pc:spChg>
        <pc:spChg chg="mod">
          <ac:chgData name="Bastiaan van Oorde" userId="9d8c5f64-2c40-42fe-89d4-f5037fc2b0f0" providerId="ADAL" clId="{68605B71-91A9-496D-A682-570FB7762760}" dt="2026-05-26T18:30:16.111" v="998"/>
          <ac:spMkLst>
            <pc:docMk/>
            <pc:sldMk cId="1103809285" sldId="287"/>
            <ac:spMk id="300" creationId="{00000000-0000-0000-0000-000000000000}"/>
          </ac:spMkLst>
        </pc:spChg>
        <pc:spChg chg="mod">
          <ac:chgData name="Bastiaan van Oorde" userId="9d8c5f64-2c40-42fe-89d4-f5037fc2b0f0" providerId="ADAL" clId="{68605B71-91A9-496D-A682-570FB7762760}" dt="2026-05-26T18:30:16.112" v="999"/>
          <ac:spMkLst>
            <pc:docMk/>
            <pc:sldMk cId="1103809285" sldId="287"/>
            <ac:spMk id="301" creationId="{00000000-0000-0000-0000-000000000000}"/>
          </ac:spMkLst>
        </pc:spChg>
        <pc:spChg chg="mod">
          <ac:chgData name="Bastiaan van Oorde" userId="9d8c5f64-2c40-42fe-89d4-f5037fc2b0f0" providerId="ADAL" clId="{68605B71-91A9-496D-A682-570FB7762760}" dt="2026-05-26T18:30:16.112" v="1000"/>
          <ac:spMkLst>
            <pc:docMk/>
            <pc:sldMk cId="1103809285" sldId="287"/>
            <ac:spMk id="302" creationId="{00000000-0000-0000-0000-000000000000}"/>
          </ac:spMkLst>
        </pc:spChg>
        <pc:spChg chg="mod">
          <ac:chgData name="Bastiaan van Oorde" userId="9d8c5f64-2c40-42fe-89d4-f5037fc2b0f0" providerId="ADAL" clId="{68605B71-91A9-496D-A682-570FB7762760}" dt="2026-05-26T18:30:16.112" v="1001"/>
          <ac:spMkLst>
            <pc:docMk/>
            <pc:sldMk cId="1103809285" sldId="287"/>
            <ac:spMk id="303" creationId="{00000000-0000-0000-0000-000000000000}"/>
          </ac:spMkLst>
        </pc:spChg>
        <pc:spChg chg="mod">
          <ac:chgData name="Bastiaan van Oorde" userId="9d8c5f64-2c40-42fe-89d4-f5037fc2b0f0" providerId="ADAL" clId="{68605B71-91A9-496D-A682-570FB7762760}" dt="2026-05-26T18:30:16.113" v="1002"/>
          <ac:spMkLst>
            <pc:docMk/>
            <pc:sldMk cId="1103809285" sldId="287"/>
            <ac:spMk id="304" creationId="{00000000-0000-0000-0000-000000000000}"/>
          </ac:spMkLst>
        </pc:spChg>
        <pc:spChg chg="mod">
          <ac:chgData name="Bastiaan van Oorde" userId="9d8c5f64-2c40-42fe-89d4-f5037fc2b0f0" providerId="ADAL" clId="{68605B71-91A9-496D-A682-570FB7762760}" dt="2026-05-26T18:30:16.113" v="1003"/>
          <ac:spMkLst>
            <pc:docMk/>
            <pc:sldMk cId="1103809285" sldId="287"/>
            <ac:spMk id="305" creationId="{00000000-0000-0000-0000-000000000000}"/>
          </ac:spMkLst>
        </pc:spChg>
        <pc:spChg chg="mod">
          <ac:chgData name="Bastiaan van Oorde" userId="9d8c5f64-2c40-42fe-89d4-f5037fc2b0f0" providerId="ADAL" clId="{68605B71-91A9-496D-A682-570FB7762760}" dt="2026-05-26T18:30:16.114" v="1004"/>
          <ac:spMkLst>
            <pc:docMk/>
            <pc:sldMk cId="1103809285" sldId="287"/>
            <ac:spMk id="310" creationId="{00000000-0000-0000-0000-000000000000}"/>
          </ac:spMkLst>
        </pc:spChg>
        <pc:spChg chg="mod">
          <ac:chgData name="Bastiaan van Oorde" userId="9d8c5f64-2c40-42fe-89d4-f5037fc2b0f0" providerId="ADAL" clId="{68605B71-91A9-496D-A682-570FB7762760}" dt="2026-05-26T18:30:16.114" v="1005"/>
          <ac:spMkLst>
            <pc:docMk/>
            <pc:sldMk cId="1103809285" sldId="287"/>
            <ac:spMk id="311" creationId="{00000000-0000-0000-0000-000000000000}"/>
          </ac:spMkLst>
        </pc:spChg>
        <pc:spChg chg="mod">
          <ac:chgData name="Bastiaan van Oorde" userId="9d8c5f64-2c40-42fe-89d4-f5037fc2b0f0" providerId="ADAL" clId="{68605B71-91A9-496D-A682-570FB7762760}" dt="2026-05-26T18:30:16.114" v="1006"/>
          <ac:spMkLst>
            <pc:docMk/>
            <pc:sldMk cId="1103809285" sldId="287"/>
            <ac:spMk id="312" creationId="{00000000-0000-0000-0000-000000000000}"/>
          </ac:spMkLst>
        </pc:spChg>
        <pc:spChg chg="mod">
          <ac:chgData name="Bastiaan van Oorde" userId="9d8c5f64-2c40-42fe-89d4-f5037fc2b0f0" providerId="ADAL" clId="{68605B71-91A9-496D-A682-570FB7762760}" dt="2026-05-26T18:30:16.114" v="1007"/>
          <ac:spMkLst>
            <pc:docMk/>
            <pc:sldMk cId="1103809285" sldId="287"/>
            <ac:spMk id="313" creationId="{00000000-0000-0000-0000-000000000000}"/>
          </ac:spMkLst>
        </pc:spChg>
        <pc:spChg chg="mod">
          <ac:chgData name="Bastiaan van Oorde" userId="9d8c5f64-2c40-42fe-89d4-f5037fc2b0f0" providerId="ADAL" clId="{68605B71-91A9-496D-A682-570FB7762760}" dt="2026-05-26T18:30:16.114" v="1008"/>
          <ac:spMkLst>
            <pc:docMk/>
            <pc:sldMk cId="1103809285" sldId="287"/>
            <ac:spMk id="314" creationId="{00000000-0000-0000-0000-000000000000}"/>
          </ac:spMkLst>
        </pc:spChg>
        <pc:spChg chg="mod">
          <ac:chgData name="Bastiaan van Oorde" userId="9d8c5f64-2c40-42fe-89d4-f5037fc2b0f0" providerId="ADAL" clId="{68605B71-91A9-496D-A682-570FB7762760}" dt="2026-05-26T18:30:16.114" v="1009"/>
          <ac:spMkLst>
            <pc:docMk/>
            <pc:sldMk cId="1103809285" sldId="287"/>
            <ac:spMk id="315" creationId="{00000000-0000-0000-0000-000000000000}"/>
          </ac:spMkLst>
        </pc:spChg>
        <pc:spChg chg="mod">
          <ac:chgData name="Bastiaan van Oorde" userId="9d8c5f64-2c40-42fe-89d4-f5037fc2b0f0" providerId="ADAL" clId="{68605B71-91A9-496D-A682-570FB7762760}" dt="2026-05-26T18:30:16.116" v="1010"/>
          <ac:spMkLst>
            <pc:docMk/>
            <pc:sldMk cId="1103809285" sldId="287"/>
            <ac:spMk id="320" creationId="{00000000-0000-0000-0000-000000000000}"/>
          </ac:spMkLst>
        </pc:spChg>
        <pc:spChg chg="mod">
          <ac:chgData name="Bastiaan van Oorde" userId="9d8c5f64-2c40-42fe-89d4-f5037fc2b0f0" providerId="ADAL" clId="{68605B71-91A9-496D-A682-570FB7762760}" dt="2026-05-26T18:30:16.117" v="1011"/>
          <ac:spMkLst>
            <pc:docMk/>
            <pc:sldMk cId="1103809285" sldId="287"/>
            <ac:spMk id="321" creationId="{00000000-0000-0000-0000-000000000000}"/>
          </ac:spMkLst>
        </pc:spChg>
        <pc:spChg chg="mod">
          <ac:chgData name="Bastiaan van Oorde" userId="9d8c5f64-2c40-42fe-89d4-f5037fc2b0f0" providerId="ADAL" clId="{68605B71-91A9-496D-A682-570FB7762760}" dt="2026-05-26T18:30:16.117" v="1012"/>
          <ac:spMkLst>
            <pc:docMk/>
            <pc:sldMk cId="1103809285" sldId="287"/>
            <ac:spMk id="322" creationId="{00000000-0000-0000-0000-000000000000}"/>
          </ac:spMkLst>
        </pc:spChg>
        <pc:spChg chg="mod">
          <ac:chgData name="Bastiaan van Oorde" userId="9d8c5f64-2c40-42fe-89d4-f5037fc2b0f0" providerId="ADAL" clId="{68605B71-91A9-496D-A682-570FB7762760}" dt="2026-05-26T18:30:16.117" v="1013"/>
          <ac:spMkLst>
            <pc:docMk/>
            <pc:sldMk cId="1103809285" sldId="287"/>
            <ac:spMk id="323" creationId="{00000000-0000-0000-0000-000000000000}"/>
          </ac:spMkLst>
        </pc:spChg>
        <pc:spChg chg="mod">
          <ac:chgData name="Bastiaan van Oorde" userId="9d8c5f64-2c40-42fe-89d4-f5037fc2b0f0" providerId="ADAL" clId="{68605B71-91A9-496D-A682-570FB7762760}" dt="2026-05-26T18:30:16.118" v="1014"/>
          <ac:spMkLst>
            <pc:docMk/>
            <pc:sldMk cId="1103809285" sldId="287"/>
            <ac:spMk id="324" creationId="{00000000-0000-0000-0000-000000000000}"/>
          </ac:spMkLst>
        </pc:spChg>
        <pc:spChg chg="mod">
          <ac:chgData name="Bastiaan van Oorde" userId="9d8c5f64-2c40-42fe-89d4-f5037fc2b0f0" providerId="ADAL" clId="{68605B71-91A9-496D-A682-570FB7762760}" dt="2026-05-26T18:30:16.118" v="1015"/>
          <ac:spMkLst>
            <pc:docMk/>
            <pc:sldMk cId="1103809285" sldId="287"/>
            <ac:spMk id="325" creationId="{00000000-0000-0000-0000-000000000000}"/>
          </ac:spMkLst>
        </pc:spChg>
        <pc:spChg chg="mod">
          <ac:chgData name="Bastiaan van Oorde" userId="9d8c5f64-2c40-42fe-89d4-f5037fc2b0f0" providerId="ADAL" clId="{68605B71-91A9-496D-A682-570FB7762760}" dt="2026-05-26T18:30:16.118" v="1016"/>
          <ac:spMkLst>
            <pc:docMk/>
            <pc:sldMk cId="1103809285" sldId="287"/>
            <ac:spMk id="330" creationId="{00000000-0000-0000-0000-000000000000}"/>
          </ac:spMkLst>
        </pc:spChg>
        <pc:spChg chg="mod">
          <ac:chgData name="Bastiaan van Oorde" userId="9d8c5f64-2c40-42fe-89d4-f5037fc2b0f0" providerId="ADAL" clId="{68605B71-91A9-496D-A682-570FB7762760}" dt="2026-05-26T18:30:16.119" v="1017"/>
          <ac:spMkLst>
            <pc:docMk/>
            <pc:sldMk cId="1103809285" sldId="287"/>
            <ac:spMk id="331" creationId="{00000000-0000-0000-0000-000000000000}"/>
          </ac:spMkLst>
        </pc:spChg>
        <pc:spChg chg="mod">
          <ac:chgData name="Bastiaan van Oorde" userId="9d8c5f64-2c40-42fe-89d4-f5037fc2b0f0" providerId="ADAL" clId="{68605B71-91A9-496D-A682-570FB7762760}" dt="2026-05-26T18:30:16.119" v="1018"/>
          <ac:spMkLst>
            <pc:docMk/>
            <pc:sldMk cId="1103809285" sldId="287"/>
            <ac:spMk id="332" creationId="{00000000-0000-0000-0000-000000000000}"/>
          </ac:spMkLst>
        </pc:spChg>
        <pc:spChg chg="mod">
          <ac:chgData name="Bastiaan van Oorde" userId="9d8c5f64-2c40-42fe-89d4-f5037fc2b0f0" providerId="ADAL" clId="{68605B71-91A9-496D-A682-570FB7762760}" dt="2026-05-26T18:30:16.119" v="1019"/>
          <ac:spMkLst>
            <pc:docMk/>
            <pc:sldMk cId="1103809285" sldId="287"/>
            <ac:spMk id="333" creationId="{00000000-0000-0000-0000-000000000000}"/>
          </ac:spMkLst>
        </pc:spChg>
        <pc:spChg chg="mod">
          <ac:chgData name="Bastiaan van Oorde" userId="9d8c5f64-2c40-42fe-89d4-f5037fc2b0f0" providerId="ADAL" clId="{68605B71-91A9-496D-A682-570FB7762760}" dt="2026-05-26T18:30:16.119" v="1020"/>
          <ac:spMkLst>
            <pc:docMk/>
            <pc:sldMk cId="1103809285" sldId="287"/>
            <ac:spMk id="334" creationId="{00000000-0000-0000-0000-000000000000}"/>
          </ac:spMkLst>
        </pc:spChg>
        <pc:spChg chg="mod">
          <ac:chgData name="Bastiaan van Oorde" userId="9d8c5f64-2c40-42fe-89d4-f5037fc2b0f0" providerId="ADAL" clId="{68605B71-91A9-496D-A682-570FB7762760}" dt="2026-05-26T18:30:16.120" v="1021"/>
          <ac:spMkLst>
            <pc:docMk/>
            <pc:sldMk cId="1103809285" sldId="287"/>
            <ac:spMk id="335" creationId="{00000000-0000-0000-0000-000000000000}"/>
          </ac:spMkLst>
        </pc:spChg>
        <pc:spChg chg="mod">
          <ac:chgData name="Bastiaan van Oorde" userId="9d8c5f64-2c40-42fe-89d4-f5037fc2b0f0" providerId="ADAL" clId="{68605B71-91A9-496D-A682-570FB7762760}" dt="2026-05-26T18:30:16.120" v="1022"/>
          <ac:spMkLst>
            <pc:docMk/>
            <pc:sldMk cId="1103809285" sldId="287"/>
            <ac:spMk id="340" creationId="{00000000-0000-0000-0000-000000000000}"/>
          </ac:spMkLst>
        </pc:spChg>
        <pc:spChg chg="mod">
          <ac:chgData name="Bastiaan van Oorde" userId="9d8c5f64-2c40-42fe-89d4-f5037fc2b0f0" providerId="ADAL" clId="{68605B71-91A9-496D-A682-570FB7762760}" dt="2026-05-26T18:30:16.120" v="1023"/>
          <ac:spMkLst>
            <pc:docMk/>
            <pc:sldMk cId="1103809285" sldId="287"/>
            <ac:spMk id="341" creationId="{00000000-0000-0000-0000-000000000000}"/>
          </ac:spMkLst>
        </pc:spChg>
        <pc:spChg chg="mod">
          <ac:chgData name="Bastiaan van Oorde" userId="9d8c5f64-2c40-42fe-89d4-f5037fc2b0f0" providerId="ADAL" clId="{68605B71-91A9-496D-A682-570FB7762760}" dt="2026-05-26T18:30:16.121" v="1024"/>
          <ac:spMkLst>
            <pc:docMk/>
            <pc:sldMk cId="1103809285" sldId="287"/>
            <ac:spMk id="342" creationId="{00000000-0000-0000-0000-000000000000}"/>
          </ac:spMkLst>
        </pc:spChg>
        <pc:spChg chg="mod">
          <ac:chgData name="Bastiaan van Oorde" userId="9d8c5f64-2c40-42fe-89d4-f5037fc2b0f0" providerId="ADAL" clId="{68605B71-91A9-496D-A682-570FB7762760}" dt="2026-05-26T18:30:16.121" v="1025"/>
          <ac:spMkLst>
            <pc:docMk/>
            <pc:sldMk cId="1103809285" sldId="287"/>
            <ac:spMk id="343" creationId="{00000000-0000-0000-0000-000000000000}"/>
          </ac:spMkLst>
        </pc:spChg>
        <pc:spChg chg="mod">
          <ac:chgData name="Bastiaan van Oorde" userId="9d8c5f64-2c40-42fe-89d4-f5037fc2b0f0" providerId="ADAL" clId="{68605B71-91A9-496D-A682-570FB7762760}" dt="2026-05-26T18:30:16.121" v="1026"/>
          <ac:spMkLst>
            <pc:docMk/>
            <pc:sldMk cId="1103809285" sldId="287"/>
            <ac:spMk id="344" creationId="{00000000-0000-0000-0000-000000000000}"/>
          </ac:spMkLst>
        </pc:spChg>
        <pc:spChg chg="mod">
          <ac:chgData name="Bastiaan van Oorde" userId="9d8c5f64-2c40-42fe-89d4-f5037fc2b0f0" providerId="ADAL" clId="{68605B71-91A9-496D-A682-570FB7762760}" dt="2026-05-26T18:30:16.121" v="1027"/>
          <ac:spMkLst>
            <pc:docMk/>
            <pc:sldMk cId="1103809285" sldId="287"/>
            <ac:spMk id="345" creationId="{00000000-0000-0000-0000-000000000000}"/>
          </ac:spMkLst>
        </pc:spChg>
      </pc:sldChg>
      <pc:sldChg chg="modSp add mod">
        <pc:chgData name="Bastiaan van Oorde" userId="9d8c5f64-2c40-42fe-89d4-f5037fc2b0f0" providerId="ADAL" clId="{68605B71-91A9-496D-A682-570FB7762760}" dt="2026-05-26T17:56:18.428" v="844"/>
        <pc:sldMkLst>
          <pc:docMk/>
          <pc:sldMk cId="1363247572" sldId="302"/>
        </pc:sldMkLst>
        <pc:spChg chg="mod">
          <ac:chgData name="Bastiaan van Oorde" userId="9d8c5f64-2c40-42fe-89d4-f5037fc2b0f0" providerId="ADAL" clId="{68605B71-91A9-496D-A682-570FB7762760}" dt="2026-05-26T17:56:18.378" v="736"/>
          <ac:spMkLst>
            <pc:docMk/>
            <pc:sldMk cId="1363247572" sldId="302"/>
            <ac:spMk id="88" creationId="{4005BE62-1961-89B5-77F9-B32FB72760DB}"/>
          </ac:spMkLst>
        </pc:spChg>
        <pc:spChg chg="mod">
          <ac:chgData name="Bastiaan van Oorde" userId="9d8c5f64-2c40-42fe-89d4-f5037fc2b0f0" providerId="ADAL" clId="{68605B71-91A9-496D-A682-570FB7762760}" dt="2026-05-26T17:56:18.382" v="740"/>
          <ac:spMkLst>
            <pc:docMk/>
            <pc:sldMk cId="1363247572" sldId="302"/>
            <ac:spMk id="92" creationId="{5B29658D-243E-9713-A5F4-CBF25626AFD2}"/>
          </ac:spMkLst>
        </pc:spChg>
        <pc:spChg chg="mod">
          <ac:chgData name="Bastiaan van Oorde" userId="9d8c5f64-2c40-42fe-89d4-f5037fc2b0f0" providerId="ADAL" clId="{68605B71-91A9-496D-A682-570FB7762760}" dt="2026-05-26T17:56:18.382" v="743"/>
          <ac:spMkLst>
            <pc:docMk/>
            <pc:sldMk cId="1363247572" sldId="302"/>
            <ac:spMk id="94" creationId="{A2F1126E-1D32-2A86-34D0-69F4BDD64BC5}"/>
          </ac:spMkLst>
        </pc:spChg>
        <pc:spChg chg="mod">
          <ac:chgData name="Bastiaan van Oorde" userId="9d8c5f64-2c40-42fe-89d4-f5037fc2b0f0" providerId="ADAL" clId="{68605B71-91A9-496D-A682-570FB7762760}" dt="2026-05-26T17:56:18.382" v="747"/>
          <ac:spMkLst>
            <pc:docMk/>
            <pc:sldMk cId="1363247572" sldId="302"/>
            <ac:spMk id="96" creationId="{0A76BA38-19AA-71CA-9EB0-A16BE2FD23BA}"/>
          </ac:spMkLst>
        </pc:spChg>
        <pc:spChg chg="mod">
          <ac:chgData name="Bastiaan van Oorde" userId="9d8c5f64-2c40-42fe-89d4-f5037fc2b0f0" providerId="ADAL" clId="{68605B71-91A9-496D-A682-570FB7762760}" dt="2026-05-26T17:56:18.382" v="751"/>
          <ac:spMkLst>
            <pc:docMk/>
            <pc:sldMk cId="1363247572" sldId="302"/>
            <ac:spMk id="100" creationId="{ABF083A8-4F51-211B-2ABF-C9E91EFAB31C}"/>
          </ac:spMkLst>
        </pc:spChg>
        <pc:spChg chg="mod">
          <ac:chgData name="Bastiaan van Oorde" userId="9d8c5f64-2c40-42fe-89d4-f5037fc2b0f0" providerId="ADAL" clId="{68605B71-91A9-496D-A682-570FB7762760}" dt="2026-05-26T17:56:18.382" v="754"/>
          <ac:spMkLst>
            <pc:docMk/>
            <pc:sldMk cId="1363247572" sldId="302"/>
            <ac:spMk id="102" creationId="{279E6149-4EA6-43F1-1327-135AD0B1466A}"/>
          </ac:spMkLst>
        </pc:spChg>
        <pc:spChg chg="mod">
          <ac:chgData name="Bastiaan van Oorde" userId="9d8c5f64-2c40-42fe-89d4-f5037fc2b0f0" providerId="ADAL" clId="{68605B71-91A9-496D-A682-570FB7762760}" dt="2026-05-26T17:56:18.382" v="758"/>
          <ac:spMkLst>
            <pc:docMk/>
            <pc:sldMk cId="1363247572" sldId="302"/>
            <ac:spMk id="104" creationId="{3E03D831-91BD-6AB7-F075-47D59F27BC8F}"/>
          </ac:spMkLst>
        </pc:spChg>
        <pc:spChg chg="mod">
          <ac:chgData name="Bastiaan van Oorde" userId="9d8c5f64-2c40-42fe-89d4-f5037fc2b0f0" providerId="ADAL" clId="{68605B71-91A9-496D-A682-570FB7762760}" dt="2026-05-26T17:56:18.382" v="762"/>
          <ac:spMkLst>
            <pc:docMk/>
            <pc:sldMk cId="1363247572" sldId="302"/>
            <ac:spMk id="108" creationId="{3A6F3373-478E-0756-6188-4629E11AA3DB}"/>
          </ac:spMkLst>
        </pc:spChg>
        <pc:spChg chg="mod">
          <ac:chgData name="Bastiaan van Oorde" userId="9d8c5f64-2c40-42fe-89d4-f5037fc2b0f0" providerId="ADAL" clId="{68605B71-91A9-496D-A682-570FB7762760}" dt="2026-05-26T17:56:18.382" v="765"/>
          <ac:spMkLst>
            <pc:docMk/>
            <pc:sldMk cId="1363247572" sldId="302"/>
            <ac:spMk id="110" creationId="{6A853B76-8DBA-0DF7-DC13-53B25A8E0958}"/>
          </ac:spMkLst>
        </pc:spChg>
        <pc:spChg chg="mod">
          <ac:chgData name="Bastiaan van Oorde" userId="9d8c5f64-2c40-42fe-89d4-f5037fc2b0f0" providerId="ADAL" clId="{68605B71-91A9-496D-A682-570FB7762760}" dt="2026-05-26T17:56:18.394" v="769"/>
          <ac:spMkLst>
            <pc:docMk/>
            <pc:sldMk cId="1363247572" sldId="302"/>
            <ac:spMk id="112" creationId="{85DDE4CC-20E3-3008-CD10-B7DA80360803}"/>
          </ac:spMkLst>
        </pc:spChg>
        <pc:spChg chg="mod">
          <ac:chgData name="Bastiaan van Oorde" userId="9d8c5f64-2c40-42fe-89d4-f5037fc2b0f0" providerId="ADAL" clId="{68605B71-91A9-496D-A682-570FB7762760}" dt="2026-05-26T17:56:18.394" v="773"/>
          <ac:spMkLst>
            <pc:docMk/>
            <pc:sldMk cId="1363247572" sldId="302"/>
            <ac:spMk id="116" creationId="{FEA8A355-940D-B8D3-79F8-9CD4E22A370E}"/>
          </ac:spMkLst>
        </pc:spChg>
        <pc:spChg chg="mod">
          <ac:chgData name="Bastiaan van Oorde" userId="9d8c5f64-2c40-42fe-89d4-f5037fc2b0f0" providerId="ADAL" clId="{68605B71-91A9-496D-A682-570FB7762760}" dt="2026-05-26T17:56:18.394" v="776"/>
          <ac:spMkLst>
            <pc:docMk/>
            <pc:sldMk cId="1363247572" sldId="302"/>
            <ac:spMk id="118" creationId="{361DD918-781C-CF61-C7E1-E9D6E9E0E20E}"/>
          </ac:spMkLst>
        </pc:spChg>
        <pc:spChg chg="mod">
          <ac:chgData name="Bastiaan van Oorde" userId="9d8c5f64-2c40-42fe-89d4-f5037fc2b0f0" providerId="ADAL" clId="{68605B71-91A9-496D-A682-570FB7762760}" dt="2026-05-26T17:56:18.394" v="780"/>
          <ac:spMkLst>
            <pc:docMk/>
            <pc:sldMk cId="1363247572" sldId="302"/>
            <ac:spMk id="120" creationId="{59C43831-D706-C22E-44A3-B8E7F6294A2F}"/>
          </ac:spMkLst>
        </pc:spChg>
        <pc:spChg chg="mod">
          <ac:chgData name="Bastiaan van Oorde" userId="9d8c5f64-2c40-42fe-89d4-f5037fc2b0f0" providerId="ADAL" clId="{68605B71-91A9-496D-A682-570FB7762760}" dt="2026-05-26T17:56:18.394" v="784"/>
          <ac:spMkLst>
            <pc:docMk/>
            <pc:sldMk cId="1363247572" sldId="302"/>
            <ac:spMk id="124" creationId="{A4770C46-3A15-F48C-AAA3-A93A3632C39F}"/>
          </ac:spMkLst>
        </pc:spChg>
        <pc:spChg chg="mod">
          <ac:chgData name="Bastiaan van Oorde" userId="9d8c5f64-2c40-42fe-89d4-f5037fc2b0f0" providerId="ADAL" clId="{68605B71-91A9-496D-A682-570FB7762760}" dt="2026-05-26T17:56:18.394" v="788"/>
          <ac:spMkLst>
            <pc:docMk/>
            <pc:sldMk cId="1363247572" sldId="302"/>
            <ac:spMk id="126" creationId="{EE3FD17C-6757-0B40-3DA5-020D2F2AC771}"/>
          </ac:spMkLst>
        </pc:spChg>
        <pc:spChg chg="mod">
          <ac:chgData name="Bastiaan van Oorde" userId="9d8c5f64-2c40-42fe-89d4-f5037fc2b0f0" providerId="ADAL" clId="{68605B71-91A9-496D-A682-570FB7762760}" dt="2026-05-26T17:56:18.394" v="792"/>
          <ac:spMkLst>
            <pc:docMk/>
            <pc:sldMk cId="1363247572" sldId="302"/>
            <ac:spMk id="128" creationId="{743570FE-8A10-DCFF-8659-B9FF4BAD5D3A}"/>
          </ac:spMkLst>
        </pc:spChg>
        <pc:spChg chg="mod">
          <ac:chgData name="Bastiaan van Oorde" userId="9d8c5f64-2c40-42fe-89d4-f5037fc2b0f0" providerId="ADAL" clId="{68605B71-91A9-496D-A682-570FB7762760}" dt="2026-05-26T17:56:18.394" v="796"/>
          <ac:spMkLst>
            <pc:docMk/>
            <pc:sldMk cId="1363247572" sldId="302"/>
            <ac:spMk id="130" creationId="{B6F5684C-D9DF-8792-7F3C-0A09AF348A98}"/>
          </ac:spMkLst>
        </pc:spChg>
        <pc:spChg chg="mod">
          <ac:chgData name="Bastiaan van Oorde" userId="9d8c5f64-2c40-42fe-89d4-f5037fc2b0f0" providerId="ADAL" clId="{68605B71-91A9-496D-A682-570FB7762760}" dt="2026-05-26T17:56:18.408" v="800"/>
          <ac:spMkLst>
            <pc:docMk/>
            <pc:sldMk cId="1363247572" sldId="302"/>
            <ac:spMk id="132" creationId="{A0A936AA-77D1-F126-DEE2-B7E270FDFEC9}"/>
          </ac:spMkLst>
        </pc:spChg>
        <pc:spChg chg="mod">
          <ac:chgData name="Bastiaan van Oorde" userId="9d8c5f64-2c40-42fe-89d4-f5037fc2b0f0" providerId="ADAL" clId="{68605B71-91A9-496D-A682-570FB7762760}" dt="2026-05-26T17:56:18.410" v="804"/>
          <ac:spMkLst>
            <pc:docMk/>
            <pc:sldMk cId="1363247572" sldId="302"/>
            <ac:spMk id="134" creationId="{A640B9C6-4617-BCE5-FB6C-07A08944AC12}"/>
          </ac:spMkLst>
        </pc:spChg>
        <pc:spChg chg="mod">
          <ac:chgData name="Bastiaan van Oorde" userId="9d8c5f64-2c40-42fe-89d4-f5037fc2b0f0" providerId="ADAL" clId="{68605B71-91A9-496D-A682-570FB7762760}" dt="2026-05-26T17:56:18.411" v="808"/>
          <ac:spMkLst>
            <pc:docMk/>
            <pc:sldMk cId="1363247572" sldId="302"/>
            <ac:spMk id="136" creationId="{14F3AA33-8FC9-BC52-ED48-2A1F74038F4D}"/>
          </ac:spMkLst>
        </pc:spChg>
        <pc:spChg chg="mod">
          <ac:chgData name="Bastiaan van Oorde" userId="9d8c5f64-2c40-42fe-89d4-f5037fc2b0f0" providerId="ADAL" clId="{68605B71-91A9-496D-A682-570FB7762760}" dt="2026-05-26T17:56:18.411" v="812"/>
          <ac:spMkLst>
            <pc:docMk/>
            <pc:sldMk cId="1363247572" sldId="302"/>
            <ac:spMk id="138" creationId="{53BF2864-7C08-6AD4-46D6-B599FC04E818}"/>
          </ac:spMkLst>
        </pc:spChg>
        <pc:spChg chg="mod">
          <ac:chgData name="Bastiaan van Oorde" userId="9d8c5f64-2c40-42fe-89d4-f5037fc2b0f0" providerId="ADAL" clId="{68605B71-91A9-496D-A682-570FB7762760}" dt="2026-05-26T17:56:18.411" v="816"/>
          <ac:spMkLst>
            <pc:docMk/>
            <pc:sldMk cId="1363247572" sldId="302"/>
            <ac:spMk id="140" creationId="{96AC6112-CAAD-F2B4-D7A2-2411D619C75A}"/>
          </ac:spMkLst>
        </pc:spChg>
        <pc:spChg chg="mod">
          <ac:chgData name="Bastiaan van Oorde" userId="9d8c5f64-2c40-42fe-89d4-f5037fc2b0f0" providerId="ADAL" clId="{68605B71-91A9-496D-A682-570FB7762760}" dt="2026-05-26T17:56:18.411" v="820"/>
          <ac:spMkLst>
            <pc:docMk/>
            <pc:sldMk cId="1363247572" sldId="302"/>
            <ac:spMk id="142" creationId="{CF603D6B-B415-5307-77D6-58773AF63734}"/>
          </ac:spMkLst>
        </pc:spChg>
        <pc:spChg chg="mod">
          <ac:chgData name="Bastiaan van Oorde" userId="9d8c5f64-2c40-42fe-89d4-f5037fc2b0f0" providerId="ADAL" clId="{68605B71-91A9-496D-A682-570FB7762760}" dt="2026-05-26T17:56:18.411" v="824"/>
          <ac:spMkLst>
            <pc:docMk/>
            <pc:sldMk cId="1363247572" sldId="302"/>
            <ac:spMk id="144" creationId="{F7D7A2B9-CE90-804E-BCDC-715E656940D7}"/>
          </ac:spMkLst>
        </pc:spChg>
        <pc:picChg chg="mod">
          <ac:chgData name="Bastiaan van Oorde" userId="9d8c5f64-2c40-42fe-89d4-f5037fc2b0f0" providerId="ADAL" clId="{68605B71-91A9-496D-A682-570FB7762760}" dt="2026-05-26T17:56:18.411" v="828"/>
          <ac:picMkLst>
            <pc:docMk/>
            <pc:sldMk cId="1363247572" sldId="302"/>
            <ac:picMk id="147" creationId="{00000000-0000-0000-0000-000000000000}"/>
          </ac:picMkLst>
        </pc:picChg>
        <pc:picChg chg="mod">
          <ac:chgData name="Bastiaan van Oorde" userId="9d8c5f64-2c40-42fe-89d4-f5037fc2b0f0" providerId="ADAL" clId="{68605B71-91A9-496D-A682-570FB7762760}" dt="2026-05-26T17:56:18.411" v="832"/>
          <ac:picMkLst>
            <pc:docMk/>
            <pc:sldMk cId="1363247572" sldId="302"/>
            <ac:picMk id="148" creationId="{00000000-0000-0000-0000-000000000000}"/>
          </ac:picMkLst>
        </pc:picChg>
        <pc:picChg chg="mod">
          <ac:chgData name="Bastiaan van Oorde" userId="9d8c5f64-2c40-42fe-89d4-f5037fc2b0f0" providerId="ADAL" clId="{68605B71-91A9-496D-A682-570FB7762760}" dt="2026-05-26T17:56:18.411" v="836"/>
          <ac:picMkLst>
            <pc:docMk/>
            <pc:sldMk cId="1363247572" sldId="302"/>
            <ac:picMk id="149" creationId="{00000000-0000-0000-0000-000000000000}"/>
          </ac:picMkLst>
        </pc:picChg>
        <pc:picChg chg="mod">
          <ac:chgData name="Bastiaan van Oorde" userId="9d8c5f64-2c40-42fe-89d4-f5037fc2b0f0" providerId="ADAL" clId="{68605B71-91A9-496D-A682-570FB7762760}" dt="2026-05-26T17:56:18.424" v="840"/>
          <ac:picMkLst>
            <pc:docMk/>
            <pc:sldMk cId="1363247572" sldId="302"/>
            <ac:picMk id="150" creationId="{00000000-0000-0000-0000-000000000000}"/>
          </ac:picMkLst>
        </pc:picChg>
        <pc:picChg chg="mod">
          <ac:chgData name="Bastiaan van Oorde" userId="9d8c5f64-2c40-42fe-89d4-f5037fc2b0f0" providerId="ADAL" clId="{68605B71-91A9-496D-A682-570FB7762760}" dt="2026-05-26T17:56:18.428" v="844"/>
          <ac:picMkLst>
            <pc:docMk/>
            <pc:sldMk cId="1363247572" sldId="302"/>
            <ac:picMk id="151" creationId="{00000000-0000-0000-0000-000000000000}"/>
          </ac:picMkLst>
        </pc:picChg>
      </pc:sldChg>
      <pc:sldChg chg="add">
        <pc:chgData name="Bastiaan van Oorde" userId="9d8c5f64-2c40-42fe-89d4-f5037fc2b0f0" providerId="ADAL" clId="{68605B71-91A9-496D-A682-570FB7762760}" dt="2026-05-26T18:00:21.276" v="853"/>
        <pc:sldMkLst>
          <pc:docMk/>
          <pc:sldMk cId="3122761764" sldId="305"/>
        </pc:sldMkLst>
      </pc:sldChg>
      <pc:sldChg chg="add">
        <pc:chgData name="Bastiaan van Oorde" userId="9d8c5f64-2c40-42fe-89d4-f5037fc2b0f0" providerId="ADAL" clId="{68605B71-91A9-496D-A682-570FB7762760}" dt="2026-05-26T18:03:07.031" v="857"/>
        <pc:sldMkLst>
          <pc:docMk/>
          <pc:sldMk cId="987829416" sldId="307"/>
        </pc:sldMkLst>
      </pc:sldChg>
      <pc:sldChg chg="add">
        <pc:chgData name="Bastiaan van Oorde" userId="9d8c5f64-2c40-42fe-89d4-f5037fc2b0f0" providerId="ADAL" clId="{68605B71-91A9-496D-A682-570FB7762760}" dt="2026-05-26T18:05:47.401" v="861"/>
        <pc:sldMkLst>
          <pc:docMk/>
          <pc:sldMk cId="37459117" sldId="309"/>
        </pc:sldMkLst>
      </pc:sldChg>
      <pc:sldChg chg="add">
        <pc:chgData name="Bastiaan van Oorde" userId="9d8c5f64-2c40-42fe-89d4-f5037fc2b0f0" providerId="ADAL" clId="{68605B71-91A9-496D-A682-570FB7762760}" dt="2026-05-26T18:09:37.311" v="921"/>
        <pc:sldMkLst>
          <pc:docMk/>
          <pc:sldMk cId="2037735982" sldId="311"/>
        </pc:sldMkLst>
      </pc:sldChg>
      <pc:sldChg chg="add">
        <pc:chgData name="Bastiaan van Oorde" userId="9d8c5f64-2c40-42fe-89d4-f5037fc2b0f0" providerId="ADAL" clId="{68605B71-91A9-496D-A682-570FB7762760}" dt="2026-05-26T18:15:31.308" v="953"/>
        <pc:sldMkLst>
          <pc:docMk/>
          <pc:sldMk cId="3120755422" sldId="314"/>
        </pc:sldMkLst>
      </pc:sldChg>
      <pc:sldChg chg="modSp add del mod">
        <pc:chgData name="Bastiaan van Oorde" userId="9d8c5f64-2c40-42fe-89d4-f5037fc2b0f0" providerId="ADAL" clId="{68605B71-91A9-496D-A682-570FB7762760}" dt="2026-05-27T07:54:12.937" v="1286" actId="20577"/>
        <pc:sldMkLst>
          <pc:docMk/>
          <pc:sldMk cId="150560096" sldId="315"/>
        </pc:sldMkLst>
        <pc:spChg chg="mod">
          <ac:chgData name="Bastiaan van Oorde" userId="9d8c5f64-2c40-42fe-89d4-f5037fc2b0f0" providerId="ADAL" clId="{68605B71-91A9-496D-A682-570FB7762760}" dt="2026-05-27T07:13:26.297" v="1222" actId="14100"/>
          <ac:spMkLst>
            <pc:docMk/>
            <pc:sldMk cId="150560096" sldId="315"/>
            <ac:spMk id="2" creationId="{00000000-0000-0000-0000-000000000000}"/>
          </ac:spMkLst>
        </pc:spChg>
        <pc:spChg chg="mod">
          <ac:chgData name="Bastiaan van Oorde" userId="9d8c5f64-2c40-42fe-89d4-f5037fc2b0f0" providerId="ADAL" clId="{68605B71-91A9-496D-A682-570FB7762760}" dt="2026-05-27T07:13:34.922" v="1223" actId="1076"/>
          <ac:spMkLst>
            <pc:docMk/>
            <pc:sldMk cId="150560096" sldId="315"/>
            <ac:spMk id="4" creationId="{00000000-0000-0000-0000-000000000000}"/>
          </ac:spMkLst>
        </pc:spChg>
        <pc:spChg chg="mod">
          <ac:chgData name="Bastiaan van Oorde" userId="9d8c5f64-2c40-42fe-89d4-f5037fc2b0f0" providerId="ADAL" clId="{68605B71-91A9-496D-A682-570FB7762760}" dt="2026-05-26T18:20:36.939" v="971"/>
          <ac:spMkLst>
            <pc:docMk/>
            <pc:sldMk cId="150560096" sldId="315"/>
            <ac:spMk id="101" creationId="{00000000-0000-0000-0000-000000000000}"/>
          </ac:spMkLst>
        </pc:spChg>
        <pc:spChg chg="mod">
          <ac:chgData name="Bastiaan van Oorde" userId="9d8c5f64-2c40-42fe-89d4-f5037fc2b0f0" providerId="ADAL" clId="{68605B71-91A9-496D-A682-570FB7762760}" dt="2026-05-26T18:20:36.939" v="972"/>
          <ac:spMkLst>
            <pc:docMk/>
            <pc:sldMk cId="150560096" sldId="315"/>
            <ac:spMk id="103" creationId="{00000000-0000-0000-0000-000000000000}"/>
          </ac:spMkLst>
        </pc:spChg>
        <pc:spChg chg="mod">
          <ac:chgData name="Bastiaan van Oorde" userId="9d8c5f64-2c40-42fe-89d4-f5037fc2b0f0" providerId="ADAL" clId="{68605B71-91A9-496D-A682-570FB7762760}" dt="2026-05-26T18:20:36.939" v="973"/>
          <ac:spMkLst>
            <pc:docMk/>
            <pc:sldMk cId="150560096" sldId="315"/>
            <ac:spMk id="111" creationId="{00000000-0000-0000-0000-000000000000}"/>
          </ac:spMkLst>
        </pc:spChg>
        <pc:spChg chg="mod">
          <ac:chgData name="Bastiaan van Oorde" userId="9d8c5f64-2c40-42fe-89d4-f5037fc2b0f0" providerId="ADAL" clId="{68605B71-91A9-496D-A682-570FB7762760}" dt="2026-05-26T18:20:36.941" v="974"/>
          <ac:spMkLst>
            <pc:docMk/>
            <pc:sldMk cId="150560096" sldId="315"/>
            <ac:spMk id="113" creationId="{00000000-0000-0000-0000-000000000000}"/>
          </ac:spMkLst>
        </pc:spChg>
        <pc:spChg chg="mod">
          <ac:chgData name="Bastiaan van Oorde" userId="9d8c5f64-2c40-42fe-89d4-f5037fc2b0f0" providerId="ADAL" clId="{68605B71-91A9-496D-A682-570FB7762760}" dt="2026-05-26T18:20:36.941" v="975"/>
          <ac:spMkLst>
            <pc:docMk/>
            <pc:sldMk cId="150560096" sldId="315"/>
            <ac:spMk id="121" creationId="{00000000-0000-0000-0000-000000000000}"/>
          </ac:spMkLst>
        </pc:spChg>
        <pc:spChg chg="mod">
          <ac:chgData name="Bastiaan van Oorde" userId="9d8c5f64-2c40-42fe-89d4-f5037fc2b0f0" providerId="ADAL" clId="{68605B71-91A9-496D-A682-570FB7762760}" dt="2026-05-27T07:54:08.685" v="1282" actId="20577"/>
          <ac:spMkLst>
            <pc:docMk/>
            <pc:sldMk cId="150560096" sldId="315"/>
            <ac:spMk id="122" creationId="{00000000-0000-0000-0000-000000000000}"/>
          </ac:spMkLst>
        </pc:spChg>
        <pc:spChg chg="mod">
          <ac:chgData name="Bastiaan van Oorde" userId="9d8c5f64-2c40-42fe-89d4-f5037fc2b0f0" providerId="ADAL" clId="{68605B71-91A9-496D-A682-570FB7762760}" dt="2026-05-26T18:20:36.941" v="976"/>
          <ac:spMkLst>
            <pc:docMk/>
            <pc:sldMk cId="150560096" sldId="315"/>
            <ac:spMk id="123" creationId="{00000000-0000-0000-0000-000000000000}"/>
          </ac:spMkLst>
        </pc:spChg>
        <pc:spChg chg="mod">
          <ac:chgData name="Bastiaan van Oorde" userId="9d8c5f64-2c40-42fe-89d4-f5037fc2b0f0" providerId="ADAL" clId="{68605B71-91A9-496D-A682-570FB7762760}" dt="2026-05-26T18:20:36.941" v="977"/>
          <ac:spMkLst>
            <pc:docMk/>
            <pc:sldMk cId="150560096" sldId="315"/>
            <ac:spMk id="131" creationId="{00000000-0000-0000-0000-000000000000}"/>
          </ac:spMkLst>
        </pc:spChg>
        <pc:spChg chg="mod">
          <ac:chgData name="Bastiaan van Oorde" userId="9d8c5f64-2c40-42fe-89d4-f5037fc2b0f0" providerId="ADAL" clId="{68605B71-91A9-496D-A682-570FB7762760}" dt="2026-05-27T07:54:12.937" v="1286" actId="20577"/>
          <ac:spMkLst>
            <pc:docMk/>
            <pc:sldMk cId="150560096" sldId="315"/>
            <ac:spMk id="132" creationId="{00000000-0000-0000-0000-000000000000}"/>
          </ac:spMkLst>
        </pc:spChg>
        <pc:spChg chg="mod">
          <ac:chgData name="Bastiaan van Oorde" userId="9d8c5f64-2c40-42fe-89d4-f5037fc2b0f0" providerId="ADAL" clId="{68605B71-91A9-496D-A682-570FB7762760}" dt="2026-05-26T18:20:36.941" v="978"/>
          <ac:spMkLst>
            <pc:docMk/>
            <pc:sldMk cId="150560096" sldId="315"/>
            <ac:spMk id="133" creationId="{00000000-0000-0000-0000-000000000000}"/>
          </ac:spMkLst>
        </pc:spChg>
        <pc:spChg chg="mod">
          <ac:chgData name="Bastiaan van Oorde" userId="9d8c5f64-2c40-42fe-89d4-f5037fc2b0f0" providerId="ADAL" clId="{68605B71-91A9-496D-A682-570FB7762760}" dt="2026-05-26T18:20:36.941" v="979"/>
          <ac:spMkLst>
            <pc:docMk/>
            <pc:sldMk cId="150560096" sldId="315"/>
            <ac:spMk id="200" creationId="{00000000-0000-0000-0000-000000000000}"/>
          </ac:spMkLst>
        </pc:spChg>
        <pc:spChg chg="mod">
          <ac:chgData name="Bastiaan van Oorde" userId="9d8c5f64-2c40-42fe-89d4-f5037fc2b0f0" providerId="ADAL" clId="{68605B71-91A9-496D-A682-570FB7762760}" dt="2026-05-26T18:20:36.941" v="980"/>
          <ac:spMkLst>
            <pc:docMk/>
            <pc:sldMk cId="150560096" sldId="315"/>
            <ac:spMk id="201" creationId="{00000000-0000-0000-0000-000000000000}"/>
          </ac:spMkLst>
        </pc:spChg>
        <pc:spChg chg="mod">
          <ac:chgData name="Bastiaan van Oorde" userId="9d8c5f64-2c40-42fe-89d4-f5037fc2b0f0" providerId="ADAL" clId="{68605B71-91A9-496D-A682-570FB7762760}" dt="2026-05-26T18:21:24.298" v="983" actId="20577"/>
          <ac:spMkLst>
            <pc:docMk/>
            <pc:sldMk cId="150560096" sldId="315"/>
            <ac:spMk id="202" creationId="{00000000-0000-0000-0000-000000000000}"/>
          </ac:spMkLst>
        </pc:spChg>
        <pc:spChg chg="mod">
          <ac:chgData name="Bastiaan van Oorde" userId="9d8c5f64-2c40-42fe-89d4-f5037fc2b0f0" providerId="ADAL" clId="{68605B71-91A9-496D-A682-570FB7762760}" dt="2026-05-27T07:44:53.324" v="1278" actId="20577"/>
          <ac:spMkLst>
            <pc:docMk/>
            <pc:sldMk cId="150560096" sldId="315"/>
            <ac:spMk id="210" creationId="{00000000-0000-0000-0000-000000000000}"/>
          </ac:spMkLst>
        </pc:spChg>
      </pc:sldChg>
      <pc:sldChg chg="add">
        <pc:chgData name="Bastiaan van Oorde" userId="9d8c5f64-2c40-42fe-89d4-f5037fc2b0f0" providerId="ADAL" clId="{68605B71-91A9-496D-A682-570FB7762760}" dt="2026-05-26T18:30:51.876" v="1030"/>
        <pc:sldMkLst>
          <pc:docMk/>
          <pc:sldMk cId="273288345" sldId="317"/>
        </pc:sldMkLst>
      </pc:sldChg>
      <pc:sldChg chg="modSp add mod">
        <pc:chgData name="Bastiaan van Oorde" userId="9d8c5f64-2c40-42fe-89d4-f5037fc2b0f0" providerId="ADAL" clId="{68605B71-91A9-496D-A682-570FB7762760}" dt="2026-05-27T07:16:00.594" v="1267" actId="20577"/>
        <pc:sldMkLst>
          <pc:docMk/>
          <pc:sldMk cId="173872630" sldId="323"/>
        </pc:sldMkLst>
        <pc:spChg chg="mod">
          <ac:chgData name="Bastiaan van Oorde" userId="9d8c5f64-2c40-42fe-89d4-f5037fc2b0f0" providerId="ADAL" clId="{68605B71-91A9-496D-A682-570FB7762760}" dt="2026-05-27T07:15:20.376" v="1244" actId="20577"/>
          <ac:spMkLst>
            <pc:docMk/>
            <pc:sldMk cId="173872630" sldId="323"/>
            <ac:spMk id="8" creationId="{00000000-0000-0000-0000-000000000000}"/>
          </ac:spMkLst>
        </pc:spChg>
        <pc:spChg chg="mod">
          <ac:chgData name="Bastiaan van Oorde" userId="9d8c5f64-2c40-42fe-89d4-f5037fc2b0f0" providerId="ADAL" clId="{68605B71-91A9-496D-A682-570FB7762760}" dt="2026-05-27T07:15:33.316" v="1250" actId="20577"/>
          <ac:spMkLst>
            <pc:docMk/>
            <pc:sldMk cId="173872630" sldId="323"/>
            <ac:spMk id="12" creationId="{00000000-0000-0000-0000-000000000000}"/>
          </ac:spMkLst>
        </pc:spChg>
        <pc:spChg chg="mod">
          <ac:chgData name="Bastiaan van Oorde" userId="9d8c5f64-2c40-42fe-89d4-f5037fc2b0f0" providerId="ADAL" clId="{68605B71-91A9-496D-A682-570FB7762760}" dt="2026-05-27T07:16:00.594" v="1267" actId="20577"/>
          <ac:spMkLst>
            <pc:docMk/>
            <pc:sldMk cId="173872630" sldId="323"/>
            <ac:spMk id="16" creationId="{00000000-0000-0000-0000-000000000000}"/>
          </ac:spMkLst>
        </pc:spChg>
        <pc:spChg chg="mod">
          <ac:chgData name="Bastiaan van Oorde" userId="9d8c5f64-2c40-42fe-89d4-f5037fc2b0f0" providerId="ADAL" clId="{68605B71-91A9-496D-A682-570FB7762760}" dt="2026-05-27T07:14:55.562" v="1236" actId="20577"/>
          <ac:spMkLst>
            <pc:docMk/>
            <pc:sldMk cId="173872630" sldId="323"/>
            <ac:spMk id="25" creationId="{00000000-0000-0000-0000-000000000000}"/>
          </ac:spMkLst>
        </pc:spChg>
        <pc:spChg chg="mod">
          <ac:chgData name="Bastiaan van Oorde" userId="9d8c5f64-2c40-42fe-89d4-f5037fc2b0f0" providerId="ADAL" clId="{68605B71-91A9-496D-A682-570FB7762760}" dt="2026-05-27T07:15:03.846" v="1238" actId="20577"/>
          <ac:spMkLst>
            <pc:docMk/>
            <pc:sldMk cId="173872630" sldId="323"/>
            <ac:spMk id="29" creationId="{00000000-0000-0000-0000-000000000000}"/>
          </ac:spMkLst>
        </pc:spChg>
        <pc:spChg chg="mod">
          <ac:chgData name="Bastiaan van Oorde" userId="9d8c5f64-2c40-42fe-89d4-f5037fc2b0f0" providerId="ADAL" clId="{68605B71-91A9-496D-A682-570FB7762760}" dt="2026-05-27T07:15:07.646" v="1240" actId="20577"/>
          <ac:spMkLst>
            <pc:docMk/>
            <pc:sldMk cId="173872630" sldId="323"/>
            <ac:spMk id="33" creationId="{00000000-0000-0000-0000-000000000000}"/>
          </ac:spMkLst>
        </pc:spChg>
      </pc:sldChg>
      <pc:sldChg chg="modSp add del mod">
        <pc:chgData name="Bastiaan van Oorde" userId="9d8c5f64-2c40-42fe-89d4-f5037fc2b0f0" providerId="ADAL" clId="{68605B71-91A9-496D-A682-570FB7762760}" dt="2026-05-28T08:01:36.083" v="1288"/>
        <pc:sldMkLst>
          <pc:docMk/>
          <pc:sldMk cId="2176067227" sldId="330"/>
        </pc:sldMkLst>
        <pc:spChg chg="mod">
          <ac:chgData name="Bastiaan van Oorde" userId="9d8c5f64-2c40-42fe-89d4-f5037fc2b0f0" providerId="ADAL" clId="{68605B71-91A9-496D-A682-570FB7762760}" dt="2026-05-27T07:10:31.914" v="1145" actId="20577"/>
          <ac:spMkLst>
            <pc:docMk/>
            <pc:sldMk cId="2176067227" sldId="330"/>
            <ac:spMk id="111" creationId="{00000000-0000-0000-0000-000000000000}"/>
          </ac:spMkLst>
        </pc:spChg>
        <pc:spChg chg="mod">
          <ac:chgData name="Bastiaan van Oorde" userId="9d8c5f64-2c40-42fe-89d4-f5037fc2b0f0" providerId="ADAL" clId="{68605B71-91A9-496D-A682-570FB7762760}" dt="2026-05-27T07:10:02.839" v="1141" actId="21"/>
          <ac:spMkLst>
            <pc:docMk/>
            <pc:sldMk cId="2176067227" sldId="330"/>
            <ac:spMk id="112" creationId="{00000000-0000-0000-0000-000000000000}"/>
          </ac:spMkLst>
        </pc:spChg>
        <pc:spChg chg="mod">
          <ac:chgData name="Bastiaan van Oorde" userId="9d8c5f64-2c40-42fe-89d4-f5037fc2b0f0" providerId="ADAL" clId="{68605B71-91A9-496D-A682-570FB7762760}" dt="2026-05-27T07:09:18.259" v="1140" actId="1076"/>
          <ac:spMkLst>
            <pc:docMk/>
            <pc:sldMk cId="2176067227" sldId="330"/>
            <ac:spMk id="125" creationId="{00000000-0000-0000-0000-000000000000}"/>
          </ac:spMkLst>
        </pc:spChg>
      </pc:sldChg>
      <pc:sldChg chg="add del">
        <pc:chgData name="Bastiaan van Oorde" userId="9d8c5f64-2c40-42fe-89d4-f5037fc2b0f0" providerId="ADAL" clId="{68605B71-91A9-496D-A682-570FB7762760}" dt="2026-05-28T08:02:28.785" v="1290"/>
        <pc:sldMkLst>
          <pc:docMk/>
          <pc:sldMk cId="189762268" sldId="331"/>
        </pc:sldMkLst>
      </pc:sldChg>
      <pc:sldChg chg="modSp add del mod">
        <pc:chgData name="Bastiaan van Oorde" userId="9d8c5f64-2c40-42fe-89d4-f5037fc2b0f0" providerId="ADAL" clId="{68605B71-91A9-496D-A682-570FB7762760}" dt="2026-05-28T08:08:11.373" v="1298"/>
        <pc:sldMkLst>
          <pc:docMk/>
          <pc:sldMk cId="1018781974" sldId="332"/>
        </pc:sldMkLst>
        <pc:spChg chg="mod">
          <ac:chgData name="Bastiaan van Oorde" userId="9d8c5f64-2c40-42fe-89d4-f5037fc2b0f0" providerId="ADAL" clId="{68605B71-91A9-496D-A682-570FB7762760}" dt="2026-05-28T08:03:00.405" v="1293"/>
          <ac:spMkLst>
            <pc:docMk/>
            <pc:sldMk cId="1018781974" sldId="332"/>
            <ac:spMk id="109" creationId="{00000000-0000-0000-0000-000000000000}"/>
          </ac:spMkLst>
        </pc:spChg>
        <pc:spChg chg="mod">
          <ac:chgData name="Bastiaan van Oorde" userId="9d8c5f64-2c40-42fe-89d4-f5037fc2b0f0" providerId="ADAL" clId="{68605B71-91A9-496D-A682-570FB7762760}" dt="2026-05-28T08:03:00.408" v="1296"/>
          <ac:spMkLst>
            <pc:docMk/>
            <pc:sldMk cId="1018781974" sldId="332"/>
            <ac:spMk id="110" creationId="{00000000-0000-0000-0000-000000000000}"/>
          </ac:spMkLst>
        </pc:spChg>
      </pc:sldChg>
      <pc:sldChg chg="add del">
        <pc:chgData name="Bastiaan van Oorde" userId="9d8c5f64-2c40-42fe-89d4-f5037fc2b0f0" providerId="ADAL" clId="{68605B71-91A9-496D-A682-570FB7762760}" dt="2026-05-28T08:16:58.640" v="1300"/>
        <pc:sldMkLst>
          <pc:docMk/>
          <pc:sldMk cId="2389819797" sldId="333"/>
        </pc:sldMkLst>
      </pc:sldChg>
      <pc:sldChg chg="add del">
        <pc:chgData name="Bastiaan van Oorde" userId="9d8c5f64-2c40-42fe-89d4-f5037fc2b0f0" providerId="ADAL" clId="{68605B71-91A9-496D-A682-570FB7762760}" dt="2026-05-28T08:18:18.557" v="1302"/>
        <pc:sldMkLst>
          <pc:docMk/>
          <pc:sldMk cId="3666087667" sldId="334"/>
        </pc:sldMkLst>
      </pc:sldChg>
      <pc:sldChg chg="add del">
        <pc:chgData name="Bastiaan van Oorde" userId="9d8c5f64-2c40-42fe-89d4-f5037fc2b0f0" providerId="ADAL" clId="{68605B71-91A9-496D-A682-570FB7762760}" dt="2026-05-28T08:21:48.222" v="1304"/>
        <pc:sldMkLst>
          <pc:docMk/>
          <pc:sldMk cId="2992662108" sldId="335"/>
        </pc:sldMkLst>
      </pc:sldChg>
      <pc:sldChg chg="modSp add del mod">
        <pc:chgData name="Bastiaan van Oorde" userId="9d8c5f64-2c40-42fe-89d4-f5037fc2b0f0" providerId="ADAL" clId="{68605B71-91A9-496D-A682-570FB7762760}" dt="2026-05-28T08:23:35.399" v="1312"/>
        <pc:sldMkLst>
          <pc:docMk/>
          <pc:sldMk cId="3250648103" sldId="336"/>
        </pc:sldMkLst>
        <pc:spChg chg="mod">
          <ac:chgData name="Bastiaan van Oorde" userId="9d8c5f64-2c40-42fe-89d4-f5037fc2b0f0" providerId="ADAL" clId="{68605B71-91A9-496D-A682-570FB7762760}" dt="2026-05-28T08:22:47.414" v="1306"/>
          <ac:spMkLst>
            <pc:docMk/>
            <pc:sldMk cId="3250648103" sldId="336"/>
            <ac:spMk id="2" creationId="{00000000-0000-0000-0000-000000000000}"/>
          </ac:spMkLst>
        </pc:spChg>
        <pc:spChg chg="mod">
          <ac:chgData name="Bastiaan van Oorde" userId="9d8c5f64-2c40-42fe-89d4-f5037fc2b0f0" providerId="ADAL" clId="{68605B71-91A9-496D-A682-570FB7762760}" dt="2026-05-28T08:22:47.415" v="1308"/>
          <ac:spMkLst>
            <pc:docMk/>
            <pc:sldMk cId="3250648103" sldId="336"/>
            <ac:spMk id="3" creationId="{00000000-0000-0000-0000-000000000000}"/>
          </ac:spMkLst>
        </pc:spChg>
        <pc:spChg chg="mod">
          <ac:chgData name="Bastiaan van Oorde" userId="9d8c5f64-2c40-42fe-89d4-f5037fc2b0f0" providerId="ADAL" clId="{68605B71-91A9-496D-A682-570FB7762760}" dt="2026-05-28T08:22:47.417" v="1310"/>
          <ac:spMkLst>
            <pc:docMk/>
            <pc:sldMk cId="3250648103" sldId="336"/>
            <ac:spMk id="6" creationId="{00000000-0000-0000-0000-000000000000}"/>
          </ac:spMkLst>
        </pc:spChg>
      </pc:sldChg>
      <pc:sldChg chg="add del">
        <pc:chgData name="Bastiaan van Oorde" userId="9d8c5f64-2c40-42fe-89d4-f5037fc2b0f0" providerId="ADAL" clId="{68605B71-91A9-496D-A682-570FB7762760}" dt="2026-05-28T08:24:24.618" v="1314"/>
        <pc:sldMkLst>
          <pc:docMk/>
          <pc:sldMk cId="2643101421" sldId="337"/>
        </pc:sldMkLst>
      </pc:sldChg>
      <pc:sldChg chg="modSp add del mod">
        <pc:chgData name="Bastiaan van Oorde" userId="9d8c5f64-2c40-42fe-89d4-f5037fc2b0f0" providerId="ADAL" clId="{68605B71-91A9-496D-A682-570FB7762760}" dt="2026-05-28T08:28:38.950" v="1318"/>
        <pc:sldMkLst>
          <pc:docMk/>
          <pc:sldMk cId="2678942804" sldId="338"/>
        </pc:sldMkLst>
        <pc:spChg chg="mod">
          <ac:chgData name="Bastiaan van Oorde" userId="9d8c5f64-2c40-42fe-89d4-f5037fc2b0f0" providerId="ADAL" clId="{68605B71-91A9-496D-A682-570FB7762760}" dt="2026-05-28T08:25:54.411" v="1316" actId="207"/>
          <ac:spMkLst>
            <pc:docMk/>
            <pc:sldMk cId="2678942804" sldId="338"/>
            <ac:spMk id="6" creationId="{00000000-0000-0000-0000-000000000000}"/>
          </ac:spMkLst>
        </pc:spChg>
      </pc:sldChg>
      <pc:sldChg chg="modSp add del mod setBg">
        <pc:chgData name="Bastiaan van Oorde" userId="9d8c5f64-2c40-42fe-89d4-f5037fc2b0f0" providerId="ADAL" clId="{68605B71-91A9-496D-A682-570FB7762760}" dt="2026-05-28T08:31:39.872" v="1331"/>
        <pc:sldMkLst>
          <pc:docMk/>
          <pc:sldMk cId="4055877041" sldId="339"/>
        </pc:sldMkLst>
        <pc:spChg chg="mod">
          <ac:chgData name="Bastiaan van Oorde" userId="9d8c5f64-2c40-42fe-89d4-f5037fc2b0f0" providerId="ADAL" clId="{68605B71-91A9-496D-A682-570FB7762760}" dt="2026-05-28T08:29:35.689" v="1319"/>
          <ac:spMkLst>
            <pc:docMk/>
            <pc:sldMk cId="4055877041" sldId="339"/>
            <ac:spMk id="1055" creationId="{00000000-0000-0000-0000-000000000000}"/>
          </ac:spMkLst>
        </pc:spChg>
        <pc:spChg chg="mod">
          <ac:chgData name="Bastiaan van Oorde" userId="9d8c5f64-2c40-42fe-89d4-f5037fc2b0f0" providerId="ADAL" clId="{68605B71-91A9-496D-A682-570FB7762760}" dt="2026-05-28T08:29:35.692" v="1320"/>
          <ac:spMkLst>
            <pc:docMk/>
            <pc:sldMk cId="4055877041" sldId="339"/>
            <ac:spMk id="1056" creationId="{00000000-0000-0000-0000-000000000000}"/>
          </ac:spMkLst>
        </pc:spChg>
        <pc:spChg chg="mod">
          <ac:chgData name="Bastiaan van Oorde" userId="9d8c5f64-2c40-42fe-89d4-f5037fc2b0f0" providerId="ADAL" clId="{68605B71-91A9-496D-A682-570FB7762760}" dt="2026-05-28T08:29:35.694" v="1322"/>
          <ac:spMkLst>
            <pc:docMk/>
            <pc:sldMk cId="4055877041" sldId="339"/>
            <ac:spMk id="1058" creationId="{00000000-0000-0000-0000-000000000000}"/>
          </ac:spMkLst>
        </pc:spChg>
        <pc:spChg chg="mod">
          <ac:chgData name="Bastiaan van Oorde" userId="9d8c5f64-2c40-42fe-89d4-f5037fc2b0f0" providerId="ADAL" clId="{68605B71-91A9-496D-A682-570FB7762760}" dt="2026-05-28T08:29:35.696" v="1324"/>
          <ac:spMkLst>
            <pc:docMk/>
            <pc:sldMk cId="4055877041" sldId="339"/>
            <ac:spMk id="1060" creationId="{00000000-0000-0000-0000-000000000000}"/>
          </ac:spMkLst>
        </pc:spChg>
        <pc:spChg chg="mod">
          <ac:chgData name="Bastiaan van Oorde" userId="9d8c5f64-2c40-42fe-89d4-f5037fc2b0f0" providerId="ADAL" clId="{68605B71-91A9-496D-A682-570FB7762760}" dt="2026-05-28T08:29:35.696" v="1326"/>
          <ac:spMkLst>
            <pc:docMk/>
            <pc:sldMk cId="4055877041" sldId="339"/>
            <ac:spMk id="1062" creationId="{00000000-0000-0000-0000-000000000000}"/>
          </ac:spMkLst>
        </pc:spChg>
        <pc:spChg chg="mod">
          <ac:chgData name="Bastiaan van Oorde" userId="9d8c5f64-2c40-42fe-89d4-f5037fc2b0f0" providerId="ADAL" clId="{68605B71-91A9-496D-A682-570FB7762760}" dt="2026-05-28T08:29:35.698" v="1328"/>
          <ac:spMkLst>
            <pc:docMk/>
            <pc:sldMk cId="4055877041" sldId="339"/>
            <ac:spMk id="1064" creationId="{00000000-0000-0000-0000-000000000000}"/>
          </ac:spMkLst>
        </pc:spChg>
        <pc:cxnChg chg="mod">
          <ac:chgData name="Bastiaan van Oorde" userId="9d8c5f64-2c40-42fe-89d4-f5037fc2b0f0" providerId="ADAL" clId="{68605B71-91A9-496D-A682-570FB7762760}" dt="2026-05-28T08:29:35.694" v="1321"/>
          <ac:cxnSpMkLst>
            <pc:docMk/>
            <pc:sldMk cId="4055877041" sldId="339"/>
            <ac:cxnSpMk id="1057" creationId="{00000000-0000-0000-0000-000000000000}"/>
          </ac:cxnSpMkLst>
        </pc:cxnChg>
        <pc:cxnChg chg="mod">
          <ac:chgData name="Bastiaan van Oorde" userId="9d8c5f64-2c40-42fe-89d4-f5037fc2b0f0" providerId="ADAL" clId="{68605B71-91A9-496D-A682-570FB7762760}" dt="2026-05-28T08:29:35.694" v="1323"/>
          <ac:cxnSpMkLst>
            <pc:docMk/>
            <pc:sldMk cId="4055877041" sldId="339"/>
            <ac:cxnSpMk id="1059" creationId="{00000000-0000-0000-0000-000000000000}"/>
          </ac:cxnSpMkLst>
        </pc:cxnChg>
        <pc:cxnChg chg="mod">
          <ac:chgData name="Bastiaan van Oorde" userId="9d8c5f64-2c40-42fe-89d4-f5037fc2b0f0" providerId="ADAL" clId="{68605B71-91A9-496D-A682-570FB7762760}" dt="2026-05-28T08:29:35.696" v="1325"/>
          <ac:cxnSpMkLst>
            <pc:docMk/>
            <pc:sldMk cId="4055877041" sldId="339"/>
            <ac:cxnSpMk id="1061" creationId="{00000000-0000-0000-0000-000000000000}"/>
          </ac:cxnSpMkLst>
        </pc:cxnChg>
        <pc:cxnChg chg="mod">
          <ac:chgData name="Bastiaan van Oorde" userId="9d8c5f64-2c40-42fe-89d4-f5037fc2b0f0" providerId="ADAL" clId="{68605B71-91A9-496D-A682-570FB7762760}" dt="2026-05-28T08:29:35.698" v="1327"/>
          <ac:cxnSpMkLst>
            <pc:docMk/>
            <pc:sldMk cId="4055877041" sldId="339"/>
            <ac:cxnSpMk id="1063" creationId="{00000000-0000-0000-0000-000000000000}"/>
          </ac:cxnSpMkLst>
        </pc:cxnChg>
      </pc:sldChg>
      <pc:sldChg chg="add del">
        <pc:chgData name="Bastiaan van Oorde" userId="9d8c5f64-2c40-42fe-89d4-f5037fc2b0f0" providerId="ADAL" clId="{68605B71-91A9-496D-A682-570FB7762760}" dt="2026-05-28T08:32:14.622" v="1333"/>
        <pc:sldMkLst>
          <pc:docMk/>
          <pc:sldMk cId="3777202535" sldId="340"/>
        </pc:sldMkLst>
      </pc:sldChg>
      <pc:sldChg chg="add del">
        <pc:chgData name="Bastiaan van Oorde" userId="9d8c5f64-2c40-42fe-89d4-f5037fc2b0f0" providerId="ADAL" clId="{68605B71-91A9-496D-A682-570FB7762760}" dt="2026-05-28T08:38:55.840" v="1335"/>
        <pc:sldMkLst>
          <pc:docMk/>
          <pc:sldMk cId="3735992326" sldId="341"/>
        </pc:sldMkLst>
      </pc:sldChg>
      <pc:sldChg chg="addSp delSp modSp add del mod">
        <pc:chgData name="Bastiaan van Oorde" userId="9d8c5f64-2c40-42fe-89d4-f5037fc2b0f0" providerId="ADAL" clId="{68605B71-91A9-496D-A682-570FB7762760}" dt="2026-05-28T08:42:03.509" v="1351"/>
        <pc:sldMkLst>
          <pc:docMk/>
          <pc:sldMk cId="4088364230" sldId="342"/>
        </pc:sldMkLst>
        <pc:spChg chg="add del mod">
          <ac:chgData name="Bastiaan van Oorde" userId="9d8c5f64-2c40-42fe-89d4-f5037fc2b0f0" providerId="ADAL" clId="{68605B71-91A9-496D-A682-570FB7762760}" dt="2026-05-28T08:40:55.832" v="1349" actId="478"/>
          <ac:spMkLst>
            <pc:docMk/>
            <pc:sldMk cId="4088364230" sldId="342"/>
            <ac:spMk id="5" creationId="{00000000-0000-0000-0000-000000000000}"/>
          </ac:spMkLst>
        </pc:spChg>
        <pc:spChg chg="del">
          <ac:chgData name="Bastiaan van Oorde" userId="9d8c5f64-2c40-42fe-89d4-f5037fc2b0f0" providerId="ADAL" clId="{68605B71-91A9-496D-A682-570FB7762760}" dt="2026-05-28T08:40:19.155" v="1336"/>
          <ac:spMkLst>
            <pc:docMk/>
            <pc:sldMk cId="4088364230" sldId="342"/>
            <ac:spMk id="1055" creationId="{00000000-0000-0000-0000-000000000000}"/>
          </ac:spMkLst>
        </pc:spChg>
        <pc:spChg chg="del">
          <ac:chgData name="Bastiaan van Oorde" userId="9d8c5f64-2c40-42fe-89d4-f5037fc2b0f0" providerId="ADAL" clId="{68605B71-91A9-496D-A682-570FB7762760}" dt="2026-05-28T08:40:19.156" v="1337"/>
          <ac:spMkLst>
            <pc:docMk/>
            <pc:sldMk cId="4088364230" sldId="342"/>
            <ac:spMk id="1056" creationId="{00000000-0000-0000-0000-000000000000}"/>
          </ac:spMkLst>
        </pc:spChg>
        <pc:spChg chg="del">
          <ac:chgData name="Bastiaan van Oorde" userId="9d8c5f64-2c40-42fe-89d4-f5037fc2b0f0" providerId="ADAL" clId="{68605B71-91A9-496D-A682-570FB7762760}" dt="2026-05-28T08:40:19.156" v="1339"/>
          <ac:spMkLst>
            <pc:docMk/>
            <pc:sldMk cId="4088364230" sldId="342"/>
            <ac:spMk id="1058" creationId="{00000000-0000-0000-0000-000000000000}"/>
          </ac:spMkLst>
        </pc:spChg>
        <pc:spChg chg="del">
          <ac:chgData name="Bastiaan van Oorde" userId="9d8c5f64-2c40-42fe-89d4-f5037fc2b0f0" providerId="ADAL" clId="{68605B71-91A9-496D-A682-570FB7762760}" dt="2026-05-28T08:40:19.159" v="1341"/>
          <ac:spMkLst>
            <pc:docMk/>
            <pc:sldMk cId="4088364230" sldId="342"/>
            <ac:spMk id="1060" creationId="{00000000-0000-0000-0000-000000000000}"/>
          </ac:spMkLst>
        </pc:spChg>
        <pc:spChg chg="del">
          <ac:chgData name="Bastiaan van Oorde" userId="9d8c5f64-2c40-42fe-89d4-f5037fc2b0f0" providerId="ADAL" clId="{68605B71-91A9-496D-A682-570FB7762760}" dt="2026-05-28T08:40:19.162" v="1343"/>
          <ac:spMkLst>
            <pc:docMk/>
            <pc:sldMk cId="4088364230" sldId="342"/>
            <ac:spMk id="1062" creationId="{00000000-0000-0000-0000-000000000000}"/>
          </ac:spMkLst>
        </pc:spChg>
        <pc:spChg chg="del">
          <ac:chgData name="Bastiaan van Oorde" userId="9d8c5f64-2c40-42fe-89d4-f5037fc2b0f0" providerId="ADAL" clId="{68605B71-91A9-496D-A682-570FB7762760}" dt="2026-05-28T08:40:19.164" v="1345"/>
          <ac:spMkLst>
            <pc:docMk/>
            <pc:sldMk cId="4088364230" sldId="342"/>
            <ac:spMk id="1064" creationId="{00000000-0000-0000-0000-000000000000}"/>
          </ac:spMkLst>
        </pc:spChg>
        <pc:cxnChg chg="del">
          <ac:chgData name="Bastiaan van Oorde" userId="9d8c5f64-2c40-42fe-89d4-f5037fc2b0f0" providerId="ADAL" clId="{68605B71-91A9-496D-A682-570FB7762760}" dt="2026-05-28T08:40:19.156" v="1338"/>
          <ac:cxnSpMkLst>
            <pc:docMk/>
            <pc:sldMk cId="4088364230" sldId="342"/>
            <ac:cxnSpMk id="1057" creationId="{00000000-0000-0000-0000-000000000000}"/>
          </ac:cxnSpMkLst>
        </pc:cxnChg>
        <pc:cxnChg chg="del">
          <ac:chgData name="Bastiaan van Oorde" userId="9d8c5f64-2c40-42fe-89d4-f5037fc2b0f0" providerId="ADAL" clId="{68605B71-91A9-496D-A682-570FB7762760}" dt="2026-05-28T08:40:19.159" v="1340"/>
          <ac:cxnSpMkLst>
            <pc:docMk/>
            <pc:sldMk cId="4088364230" sldId="342"/>
            <ac:cxnSpMk id="1059" creationId="{00000000-0000-0000-0000-000000000000}"/>
          </ac:cxnSpMkLst>
        </pc:cxnChg>
        <pc:cxnChg chg="del">
          <ac:chgData name="Bastiaan van Oorde" userId="9d8c5f64-2c40-42fe-89d4-f5037fc2b0f0" providerId="ADAL" clId="{68605B71-91A9-496D-A682-570FB7762760}" dt="2026-05-28T08:40:19.162" v="1342"/>
          <ac:cxnSpMkLst>
            <pc:docMk/>
            <pc:sldMk cId="4088364230" sldId="342"/>
            <ac:cxnSpMk id="1061" creationId="{00000000-0000-0000-0000-000000000000}"/>
          </ac:cxnSpMkLst>
        </pc:cxnChg>
        <pc:cxnChg chg="del">
          <ac:chgData name="Bastiaan van Oorde" userId="9d8c5f64-2c40-42fe-89d4-f5037fc2b0f0" providerId="ADAL" clId="{68605B71-91A9-496D-A682-570FB7762760}" dt="2026-05-28T08:40:19.162" v="1344"/>
          <ac:cxnSpMkLst>
            <pc:docMk/>
            <pc:sldMk cId="4088364230" sldId="342"/>
            <ac:cxnSpMk id="1063" creationId="{00000000-0000-0000-0000-000000000000}"/>
          </ac:cxnSpMkLst>
        </pc:cxnChg>
      </pc:sldChg>
      <pc:sldChg chg="add del">
        <pc:chgData name="Bastiaan van Oorde" userId="9d8c5f64-2c40-42fe-89d4-f5037fc2b0f0" providerId="ADAL" clId="{68605B71-91A9-496D-A682-570FB7762760}" dt="2026-05-28T08:45:54.241" v="1353"/>
        <pc:sldMkLst>
          <pc:docMk/>
          <pc:sldMk cId="1963737541" sldId="343"/>
        </pc:sldMkLst>
      </pc:sldChg>
      <pc:sldChg chg="addSp delSp add del mod">
        <pc:chgData name="Bastiaan van Oorde" userId="9d8c5f64-2c40-42fe-89d4-f5037fc2b0f0" providerId="ADAL" clId="{68605B71-91A9-496D-A682-570FB7762760}" dt="2026-05-28T08:48:17.424" v="1357"/>
        <pc:sldMkLst>
          <pc:docMk/>
          <pc:sldMk cId="3567131576" sldId="344"/>
        </pc:sldMkLst>
        <pc:spChg chg="add del">
          <ac:chgData name="Bastiaan van Oorde" userId="9d8c5f64-2c40-42fe-89d4-f5037fc2b0f0" providerId="ADAL" clId="{68605B71-91A9-496D-A682-570FB7762760}" dt="2026-05-28T08:46:46.842" v="1355" actId="478"/>
          <ac:spMkLst>
            <pc:docMk/>
            <pc:sldMk cId="3567131576" sldId="344"/>
            <ac:spMk id="7" creationId="{92EEEFF9-56BC-CABD-3D6E-B456A0341DC2}"/>
          </ac:spMkLst>
        </pc:spChg>
      </pc:sldChg>
      <pc:sldChg chg="modSp add mod">
        <pc:chgData name="Bastiaan van Oorde" userId="9d8c5f64-2c40-42fe-89d4-f5037fc2b0f0" providerId="ADAL" clId="{68605B71-91A9-496D-A682-570FB7762760}" dt="2026-05-28T08:49:37.867" v="1358" actId="14100"/>
        <pc:sldMkLst>
          <pc:docMk/>
          <pc:sldMk cId="426806854" sldId="345"/>
        </pc:sldMkLst>
        <pc:spChg chg="mod">
          <ac:chgData name="Bastiaan van Oorde" userId="9d8c5f64-2c40-42fe-89d4-f5037fc2b0f0" providerId="ADAL" clId="{68605B71-91A9-496D-A682-570FB7762760}" dt="2026-05-28T08:49:37.867" v="1358" actId="14100"/>
          <ac:spMkLst>
            <pc:docMk/>
            <pc:sldMk cId="426806854" sldId="345"/>
            <ac:spMk id="2" creationId="{00000000-0000-0000-0000-000000000000}"/>
          </ac:spMkLst>
        </pc:spChg>
      </pc:sldChg>
    </pc:docChg>
  </pc:docChgLst>
  <pc:docChgLst>
    <pc:chgData name="Bastiaan van Oorde" userId="S::bastiaan.van.oorde@learnwise.nl::9d8c5f64-2c40-42fe-89d4-f5037fc2b0f0" providerId="AD" clId="Web-{5BF2C6DC-7826-ACC1-D979-06760B28F6F0}"/>
    <pc:docChg chg="modSld">
      <pc:chgData name="Bastiaan van Oorde" userId="S::bastiaan.van.oorde@learnwise.nl::9d8c5f64-2c40-42fe-89d4-f5037fc2b0f0" providerId="AD" clId="Web-{5BF2C6DC-7826-ACC1-D979-06760B28F6F0}" dt="2026-05-28T07:53:22.668" v="2" actId="20577"/>
      <pc:docMkLst>
        <pc:docMk/>
      </pc:docMkLst>
      <pc:sldChg chg="modSp">
        <pc:chgData name="Bastiaan van Oorde" userId="S::bastiaan.van.oorde@learnwise.nl::9d8c5f64-2c40-42fe-89d4-f5037fc2b0f0" providerId="AD" clId="Web-{5BF2C6DC-7826-ACC1-D979-06760B28F6F0}" dt="2026-05-28T07:53:22.668" v="2" actId="20577"/>
        <pc:sldMkLst>
          <pc:docMk/>
          <pc:sldMk cId="1363247572" sldId="302"/>
        </pc:sldMkLst>
        <pc:spChg chg="mod">
          <ac:chgData name="Bastiaan van Oorde" userId="S::bastiaan.van.oorde@learnwise.nl::9d8c5f64-2c40-42fe-89d4-f5037fc2b0f0" providerId="AD" clId="Web-{5BF2C6DC-7826-ACC1-D979-06760B28F6F0}" dt="2026-05-28T07:53:22.668" v="2" actId="20577"/>
          <ac:spMkLst>
            <pc:docMk/>
            <pc:sldMk cId="1363247572" sldId="302"/>
            <ac:spMk id="6" creationId="{00000000-0000-0000-0000-000000000000}"/>
          </ac:spMkLst>
        </pc:spChg>
      </pc:sldChg>
    </pc:docChg>
  </pc:docChgLst>
  <pc:docChgLst>
    <pc:chgData name="Bastiaan van Oorde" userId="S::bastiaan.van.oorde@learnwise.nl::9d8c5f64-2c40-42fe-89d4-f5037fc2b0f0" providerId="AD" clId="Web-{25B32805-4E0E-F823-68A0-AB86660FEDF9}"/>
    <pc:docChg chg="modSld">
      <pc:chgData name="Bastiaan van Oorde" userId="S::bastiaan.van.oorde@learnwise.nl::9d8c5f64-2c40-42fe-89d4-f5037fc2b0f0" providerId="AD" clId="Web-{25B32805-4E0E-F823-68A0-AB86660FEDF9}" dt="2026-05-26T12:24:09.337" v="42" actId="14100"/>
      <pc:docMkLst>
        <pc:docMk/>
      </pc:docMkLst>
      <pc:sldChg chg="delSp modSp">
        <pc:chgData name="Bastiaan van Oorde" userId="S::bastiaan.van.oorde@learnwise.nl::9d8c5f64-2c40-42fe-89d4-f5037fc2b0f0" providerId="AD" clId="Web-{25B32805-4E0E-F823-68A0-AB86660FEDF9}" dt="2026-05-26T12:19:52.096" v="36" actId="20577"/>
        <pc:sldMkLst>
          <pc:docMk/>
          <pc:sldMk cId="0" sldId="261"/>
        </pc:sldMkLst>
        <pc:spChg chg="mod">
          <ac:chgData name="Bastiaan van Oorde" userId="S::bastiaan.van.oorde@learnwise.nl::9d8c5f64-2c40-42fe-89d4-f5037fc2b0f0" providerId="AD" clId="Web-{25B32805-4E0E-F823-68A0-AB86660FEDF9}" dt="2026-05-26T12:19:05.064" v="25" actId="20577"/>
          <ac:spMkLst>
            <pc:docMk/>
            <pc:sldMk cId="0" sldId="261"/>
            <ac:spMk id="9" creationId="{00000000-0000-0000-0000-000000000000}"/>
          </ac:spMkLst>
        </pc:spChg>
        <pc:spChg chg="mod">
          <ac:chgData name="Bastiaan van Oorde" userId="S::bastiaan.van.oorde@learnwise.nl::9d8c5f64-2c40-42fe-89d4-f5037fc2b0f0" providerId="AD" clId="Web-{25B32805-4E0E-F823-68A0-AB86660FEDF9}" dt="2026-05-26T12:18:45.423" v="23" actId="20577"/>
          <ac:spMkLst>
            <pc:docMk/>
            <pc:sldMk cId="0" sldId="261"/>
            <ac:spMk id="10" creationId="{00000000-0000-0000-0000-000000000000}"/>
          </ac:spMkLst>
        </pc:spChg>
        <pc:spChg chg="mod">
          <ac:chgData name="Bastiaan van Oorde" userId="S::bastiaan.van.oorde@learnwise.nl::9d8c5f64-2c40-42fe-89d4-f5037fc2b0f0" providerId="AD" clId="Web-{25B32805-4E0E-F823-68A0-AB86660FEDF9}" dt="2026-05-26T12:19:20.548" v="29" actId="20577"/>
          <ac:spMkLst>
            <pc:docMk/>
            <pc:sldMk cId="0" sldId="261"/>
            <ac:spMk id="13" creationId="{00000000-0000-0000-0000-000000000000}"/>
          </ac:spMkLst>
        </pc:spChg>
        <pc:spChg chg="del mod">
          <ac:chgData name="Bastiaan van Oorde" userId="S::bastiaan.van.oorde@learnwise.nl::9d8c5f64-2c40-42fe-89d4-f5037fc2b0f0" providerId="AD" clId="Web-{25B32805-4E0E-F823-68A0-AB86660FEDF9}" dt="2026-05-26T12:19:09.689" v="27"/>
          <ac:spMkLst>
            <pc:docMk/>
            <pc:sldMk cId="0" sldId="261"/>
            <ac:spMk id="14" creationId="{00000000-0000-0000-0000-000000000000}"/>
          </ac:spMkLst>
        </pc:spChg>
        <pc:spChg chg="mod">
          <ac:chgData name="Bastiaan van Oorde" userId="S::bastiaan.van.oorde@learnwise.nl::9d8c5f64-2c40-42fe-89d4-f5037fc2b0f0" providerId="AD" clId="Web-{25B32805-4E0E-F823-68A0-AB86660FEDF9}" dt="2026-05-26T12:19:35.143" v="33" actId="20577"/>
          <ac:spMkLst>
            <pc:docMk/>
            <pc:sldMk cId="0" sldId="261"/>
            <ac:spMk id="17" creationId="{00000000-0000-0000-0000-000000000000}"/>
          </ac:spMkLst>
        </pc:spChg>
        <pc:spChg chg="del mod">
          <ac:chgData name="Bastiaan van Oorde" userId="S::bastiaan.van.oorde@learnwise.nl::9d8c5f64-2c40-42fe-89d4-f5037fc2b0f0" providerId="AD" clId="Web-{25B32805-4E0E-F823-68A0-AB86660FEDF9}" dt="2026-05-26T12:19:26.127" v="31"/>
          <ac:spMkLst>
            <pc:docMk/>
            <pc:sldMk cId="0" sldId="261"/>
            <ac:spMk id="18" creationId="{00000000-0000-0000-0000-000000000000}"/>
          </ac:spMkLst>
        </pc:spChg>
        <pc:spChg chg="mod">
          <ac:chgData name="Bastiaan van Oorde" userId="S::bastiaan.van.oorde@learnwise.nl::9d8c5f64-2c40-42fe-89d4-f5037fc2b0f0" providerId="AD" clId="Web-{25B32805-4E0E-F823-68A0-AB86660FEDF9}" dt="2026-05-26T12:19:52.096" v="36" actId="20577"/>
          <ac:spMkLst>
            <pc:docMk/>
            <pc:sldMk cId="0" sldId="261"/>
            <ac:spMk id="21" creationId="{00000000-0000-0000-0000-000000000000}"/>
          </ac:spMkLst>
        </pc:spChg>
        <pc:spChg chg="del">
          <ac:chgData name="Bastiaan van Oorde" userId="S::bastiaan.van.oorde@learnwise.nl::9d8c5f64-2c40-42fe-89d4-f5037fc2b0f0" providerId="AD" clId="Web-{25B32805-4E0E-F823-68A0-AB86660FEDF9}" dt="2026-05-26T12:19:37.783" v="34"/>
          <ac:spMkLst>
            <pc:docMk/>
            <pc:sldMk cId="0" sldId="261"/>
            <ac:spMk id="22" creationId="{00000000-0000-0000-0000-000000000000}"/>
          </ac:spMkLst>
        </pc:spChg>
      </pc:sldChg>
      <pc:sldChg chg="modSp">
        <pc:chgData name="Bastiaan van Oorde" userId="S::bastiaan.van.oorde@learnwise.nl::9d8c5f64-2c40-42fe-89d4-f5037fc2b0f0" providerId="AD" clId="Web-{25B32805-4E0E-F823-68A0-AB86660FEDF9}" dt="2026-05-26T12:18:26.828" v="22" actId="20577"/>
        <pc:sldMkLst>
          <pc:docMk/>
          <pc:sldMk cId="0" sldId="268"/>
        </pc:sldMkLst>
        <pc:spChg chg="mod">
          <ac:chgData name="Bastiaan van Oorde" userId="S::bastiaan.van.oorde@learnwise.nl::9d8c5f64-2c40-42fe-89d4-f5037fc2b0f0" providerId="AD" clId="Web-{25B32805-4E0E-F823-68A0-AB86660FEDF9}" dt="2026-05-26T12:18:26.828" v="22" actId="20577"/>
          <ac:spMkLst>
            <pc:docMk/>
            <pc:sldMk cId="0" sldId="268"/>
            <ac:spMk id="27" creationId="{00000000-0000-0000-0000-000000000000}"/>
          </ac:spMkLst>
        </pc:spChg>
      </pc:sldChg>
      <pc:sldChg chg="addSp delSp modSp">
        <pc:chgData name="Bastiaan van Oorde" userId="S::bastiaan.van.oorde@learnwise.nl::9d8c5f64-2c40-42fe-89d4-f5037fc2b0f0" providerId="AD" clId="Web-{25B32805-4E0E-F823-68A0-AB86660FEDF9}" dt="2026-05-26T12:24:09.337" v="42" actId="14100"/>
        <pc:sldMkLst>
          <pc:docMk/>
          <pc:sldMk cId="0" sldId="270"/>
        </pc:sldMkLst>
        <pc:spChg chg="del mod">
          <ac:chgData name="Bastiaan van Oorde" userId="S::bastiaan.van.oorde@learnwise.nl::9d8c5f64-2c40-42fe-89d4-f5037fc2b0f0" providerId="AD" clId="Web-{25B32805-4E0E-F823-68A0-AB86660FEDF9}" dt="2026-05-26T12:20:57.270" v="38"/>
          <ac:spMkLst>
            <pc:docMk/>
            <pc:sldMk cId="0" sldId="270"/>
            <ac:spMk id="3" creationId="{00000000-0000-0000-0000-000000000000}"/>
          </ac:spMkLst>
        </pc:spChg>
        <pc:picChg chg="add del mod">
          <ac:chgData name="Bastiaan van Oorde" userId="S::bastiaan.van.oorde@learnwise.nl::9d8c5f64-2c40-42fe-89d4-f5037fc2b0f0" providerId="AD" clId="Web-{25B32805-4E0E-F823-68A0-AB86660FEDF9}" dt="2026-05-26T12:24:09.337" v="42" actId="14100"/>
          <ac:picMkLst>
            <pc:docMk/>
            <pc:sldMk cId="0" sldId="270"/>
            <ac:picMk id="2" creationId="{00000000-0000-0000-0000-000000000000}"/>
          </ac:picMkLst>
        </pc:picChg>
      </pc:sldChg>
      <pc:sldChg chg="delSp modSp">
        <pc:chgData name="Bastiaan van Oorde" userId="S::bastiaan.van.oorde@learnwise.nl::9d8c5f64-2c40-42fe-89d4-f5037fc2b0f0" providerId="AD" clId="Web-{25B32805-4E0E-F823-68A0-AB86660FEDF9}" dt="2026-05-26T12:16:04.621" v="6"/>
        <pc:sldMkLst>
          <pc:docMk/>
          <pc:sldMk cId="177607410" sldId="271"/>
        </pc:sldMkLst>
        <pc:spChg chg="mod">
          <ac:chgData name="Bastiaan van Oorde" userId="S::bastiaan.van.oorde@learnwise.nl::9d8c5f64-2c40-42fe-89d4-f5037fc2b0f0" providerId="AD" clId="Web-{25B32805-4E0E-F823-68A0-AB86660FEDF9}" dt="2026-05-26T12:15:47.402" v="1" actId="1076"/>
          <ac:spMkLst>
            <pc:docMk/>
            <pc:sldMk cId="177607410" sldId="271"/>
            <ac:spMk id="8" creationId="{00000000-0000-0000-0000-000000000000}"/>
          </ac:spMkLst>
        </pc:spChg>
        <pc:spChg chg="del mod">
          <ac:chgData name="Bastiaan van Oorde" userId="S::bastiaan.van.oorde@learnwise.nl::9d8c5f64-2c40-42fe-89d4-f5037fc2b0f0" providerId="AD" clId="Web-{25B32805-4E0E-F823-68A0-AB86660FEDF9}" dt="2026-05-26T12:15:55.121" v="3"/>
          <ac:spMkLst>
            <pc:docMk/>
            <pc:sldMk cId="177607410" sldId="271"/>
            <ac:spMk id="10" creationId="{00000000-0000-0000-0000-000000000000}"/>
          </ac:spMkLst>
        </pc:spChg>
        <pc:spChg chg="del">
          <ac:chgData name="Bastiaan van Oorde" userId="S::bastiaan.van.oorde@learnwise.nl::9d8c5f64-2c40-42fe-89d4-f5037fc2b0f0" providerId="AD" clId="Web-{25B32805-4E0E-F823-68A0-AB86660FEDF9}" dt="2026-05-26T12:15:58.214" v="4"/>
          <ac:spMkLst>
            <pc:docMk/>
            <pc:sldMk cId="177607410" sldId="271"/>
            <ac:spMk id="14" creationId="{00000000-0000-0000-0000-000000000000}"/>
          </ac:spMkLst>
        </pc:spChg>
        <pc:spChg chg="del">
          <ac:chgData name="Bastiaan van Oorde" userId="S::bastiaan.van.oorde@learnwise.nl::9d8c5f64-2c40-42fe-89d4-f5037fc2b0f0" providerId="AD" clId="Web-{25B32805-4E0E-F823-68A0-AB86660FEDF9}" dt="2026-05-26T12:16:01.058" v="5"/>
          <ac:spMkLst>
            <pc:docMk/>
            <pc:sldMk cId="177607410" sldId="271"/>
            <ac:spMk id="18" creationId="{00000000-0000-0000-0000-000000000000}"/>
          </ac:spMkLst>
        </pc:spChg>
        <pc:spChg chg="del">
          <ac:chgData name="Bastiaan van Oorde" userId="S::bastiaan.van.oorde@learnwise.nl::9d8c5f64-2c40-42fe-89d4-f5037fc2b0f0" providerId="AD" clId="Web-{25B32805-4E0E-F823-68A0-AB86660FEDF9}" dt="2026-05-26T12:16:04.621" v="6"/>
          <ac:spMkLst>
            <pc:docMk/>
            <pc:sldMk cId="177607410" sldId="271"/>
            <ac:spMk id="22" creationId="{00000000-0000-0000-0000-000000000000}"/>
          </ac:spMkLst>
        </pc:spChg>
      </pc:sldChg>
      <pc:sldChg chg="modSp">
        <pc:chgData name="Bastiaan van Oorde" userId="S::bastiaan.van.oorde@learnwise.nl::9d8c5f64-2c40-42fe-89d4-f5037fc2b0f0" providerId="AD" clId="Web-{25B32805-4E0E-F823-68A0-AB86660FEDF9}" dt="2026-05-26T12:18:13.531" v="21" actId="1076"/>
        <pc:sldMkLst>
          <pc:docMk/>
          <pc:sldMk cId="2447186423" sldId="272"/>
        </pc:sldMkLst>
        <pc:spChg chg="mod">
          <ac:chgData name="Bastiaan van Oorde" userId="S::bastiaan.van.oorde@learnwise.nl::9d8c5f64-2c40-42fe-89d4-f5037fc2b0f0" providerId="AD" clId="Web-{25B32805-4E0E-F823-68A0-AB86660FEDF9}" dt="2026-05-26T12:17:23.295" v="16" actId="1076"/>
          <ac:spMkLst>
            <pc:docMk/>
            <pc:sldMk cId="2447186423" sldId="272"/>
            <ac:spMk id="7" creationId="{A573AC90-4BD8-0B4E-CCBA-13B47D8618B7}"/>
          </ac:spMkLst>
        </pc:spChg>
        <pc:spChg chg="mod">
          <ac:chgData name="Bastiaan van Oorde" userId="S::bastiaan.van.oorde@learnwise.nl::9d8c5f64-2c40-42fe-89d4-f5037fc2b0f0" providerId="AD" clId="Web-{25B32805-4E0E-F823-68A0-AB86660FEDF9}" dt="2026-05-26T12:17:09.545" v="13" actId="14100"/>
          <ac:spMkLst>
            <pc:docMk/>
            <pc:sldMk cId="2447186423" sldId="272"/>
            <ac:spMk id="8" creationId="{4B065620-5368-FA0C-ED50-3C15FC6F27DA}"/>
          </ac:spMkLst>
        </pc:spChg>
        <pc:spChg chg="mod">
          <ac:chgData name="Bastiaan van Oorde" userId="S::bastiaan.van.oorde@learnwise.nl::9d8c5f64-2c40-42fe-89d4-f5037fc2b0f0" providerId="AD" clId="Web-{25B32805-4E0E-F823-68A0-AB86660FEDF9}" dt="2026-05-26T12:17:21.201" v="14" actId="1076"/>
          <ac:spMkLst>
            <pc:docMk/>
            <pc:sldMk cId="2447186423" sldId="272"/>
            <ac:spMk id="9" creationId="{8A6C9AFB-5423-ED05-F963-7E5F070DE67E}"/>
          </ac:spMkLst>
        </pc:spChg>
        <pc:spChg chg="mod">
          <ac:chgData name="Bastiaan van Oorde" userId="S::bastiaan.van.oorde@learnwise.nl::9d8c5f64-2c40-42fe-89d4-f5037fc2b0f0" providerId="AD" clId="Web-{25B32805-4E0E-F823-68A0-AB86660FEDF9}" dt="2026-05-26T12:18:13.531" v="21" actId="1076"/>
          <ac:spMkLst>
            <pc:docMk/>
            <pc:sldMk cId="2447186423" sldId="272"/>
            <ac:spMk id="10" creationId="{3D396007-5A84-46E5-81ED-925856E58531}"/>
          </ac:spMkLst>
        </pc:spChg>
      </pc:sldChg>
    </pc:docChg>
  </pc:docChgLst>
  <pc:docChgLst>
    <pc:chgData name="Shervino Hodge" userId="S::shervino.hodge@learnwise.nl::4cbb2906-3849-4782-ba29-fc9d8959ee27" providerId="AD" clId="Web-{7790194B-3F2E-D9D6-2E2F-8669C1A14CD4}"/>
    <pc:docChg chg="modSld">
      <pc:chgData name="Shervino Hodge" userId="S::shervino.hodge@learnwise.nl::4cbb2906-3849-4782-ba29-fc9d8959ee27" providerId="AD" clId="Web-{7790194B-3F2E-D9D6-2E2F-8669C1A14CD4}" dt="2026-05-26T13:24:49.387" v="7" actId="1076"/>
      <pc:docMkLst>
        <pc:docMk/>
      </pc:docMkLst>
      <pc:sldChg chg="modSp">
        <pc:chgData name="Shervino Hodge" userId="S::shervino.hodge@learnwise.nl::4cbb2906-3849-4782-ba29-fc9d8959ee27" providerId="AD" clId="Web-{7790194B-3F2E-D9D6-2E2F-8669C1A14CD4}" dt="2026-05-26T13:24:49.387" v="7" actId="1076"/>
        <pc:sldMkLst>
          <pc:docMk/>
          <pc:sldMk cId="0" sldId="260"/>
        </pc:sldMkLst>
        <pc:spChg chg="mod">
          <ac:chgData name="Shervino Hodge" userId="S::shervino.hodge@learnwise.nl::4cbb2906-3849-4782-ba29-fc9d8959ee27" providerId="AD" clId="Web-{7790194B-3F2E-D9D6-2E2F-8669C1A14CD4}" dt="2026-05-26T13:24:19.932" v="2"/>
          <ac:spMkLst>
            <pc:docMk/>
            <pc:sldMk cId="0" sldId="260"/>
            <ac:spMk id="10" creationId="{00000000-0000-0000-0000-000000000000}"/>
          </ac:spMkLst>
        </pc:spChg>
        <pc:spChg chg="mod">
          <ac:chgData name="Shervino Hodge" userId="S::shervino.hodge@learnwise.nl::4cbb2906-3849-4782-ba29-fc9d8959ee27" providerId="AD" clId="Web-{7790194B-3F2E-D9D6-2E2F-8669C1A14CD4}" dt="2026-05-26T13:24:12.448" v="1"/>
          <ac:spMkLst>
            <pc:docMk/>
            <pc:sldMk cId="0" sldId="260"/>
            <ac:spMk id="16" creationId="{00000000-0000-0000-0000-000000000000}"/>
          </ac:spMkLst>
        </pc:spChg>
        <pc:spChg chg="mod">
          <ac:chgData name="Shervino Hodge" userId="S::shervino.hodge@learnwise.nl::4cbb2906-3849-4782-ba29-fc9d8959ee27" providerId="AD" clId="Web-{7790194B-3F2E-D9D6-2E2F-8669C1A14CD4}" dt="2026-05-26T13:24:04.072" v="0"/>
          <ac:spMkLst>
            <pc:docMk/>
            <pc:sldMk cId="0" sldId="260"/>
            <ac:spMk id="22" creationId="{00000000-0000-0000-0000-000000000000}"/>
          </ac:spMkLst>
        </pc:spChg>
        <pc:spChg chg="mod">
          <ac:chgData name="Shervino Hodge" userId="S::shervino.hodge@learnwise.nl::4cbb2906-3849-4782-ba29-fc9d8959ee27" providerId="AD" clId="Web-{7790194B-3F2E-D9D6-2E2F-8669C1A14CD4}" dt="2026-05-26T13:24:49.387" v="7" actId="1076"/>
          <ac:spMkLst>
            <pc:docMk/>
            <pc:sldMk cId="0" sldId="260"/>
            <ac:spMk id="28" creationId="{00000000-0000-0000-0000-000000000000}"/>
          </ac:spMkLst>
        </pc:spChg>
      </pc:sldChg>
    </pc:docChg>
  </pc:docChgLst>
</pc:chgInfo>
</file>

<file path=ppt/comments/modernComment_10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5A65D97-48E6-4321-9092-1FB429CBAAE8}" authorId="{0B6BC52F-849B-8421-E389-486ED7281414}" created="2026-05-26T11:29:08.693">
    <pc:sldMkLst xmlns:pc="http://schemas.microsoft.com/office/powerpoint/2013/main/command">
      <pc:docMk/>
      <pc:sldMk cId="0" sldId="256"/>
    </pc:sldMkLst>
    <p188:txBody>
      <a:bodyPr/>
      <a:lstStyle/>
      <a:p>
        <a:r>
          <a:rPr lang="en-US"/>
          <a:t>Introductie van iedereen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4FFB4-6113-437D-B61C-E23BBA6D72EB}" type="datetimeFigureOut">
              <a:t>5/28/2026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F55891-7BD6-457F-BA1A-299DB002E0D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611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9E32C-6C23-E178-0101-2ADB2FF3C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048B12-FF77-3259-5871-700817D47A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5CCF59-FBDF-321F-AABB-C241E5FCA6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2EA66E-86F9-AA76-D968-50413814B9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1026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78B67-E4D5-E096-26AD-373C45B7C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DB6C09-9E74-487D-A7B7-5E6D7A1FD4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F2E497-847E-8C79-F02A-A847037CA8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7D01F0-8A64-7F08-24C3-802DEF087D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1700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0_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8194" cy="6858000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kern="0" spc="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NETWERKONTWERP</a:t>
            </a:r>
            <a:endParaRPr lang="en-US" sz="4400"/>
          </a:p>
        </p:txBody>
      </p:sp>
      <p:sp>
        <p:nvSpPr>
          <p:cNvPr id="4" name="Text 2"/>
          <p:cNvSpPr/>
          <p:nvPr/>
        </p:nvSpPr>
        <p:spPr>
          <a:xfrm>
            <a:off x="548640" y="251460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kern="0" spc="200">
                <a:solidFill>
                  <a:srgbClr val="1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PROVINCIEHUIS UTRECHT</a:t>
            </a:r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4572000" cy="45720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" name="Text 4"/>
          <p:cNvSpPr/>
          <p:nvPr/>
        </p:nvSpPr>
        <p:spPr>
          <a:xfrm>
            <a:off x="548640" y="340156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D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Bastiaan  ·  Danny  ·  Robert  ·  Shervino  ·  Symon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548640" y="37673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Tribe Almere  ·  SLTN Group  ·  Mei 2026</a:t>
            </a:r>
            <a:endParaRPr lang="en-US" sz="110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68194" cy="502920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/>
          <p:cNvSpPr/>
          <p:nvPr/>
        </p:nvSpPr>
        <p:spPr>
          <a:xfrm>
            <a:off x="0" y="6812354"/>
            <a:ext cx="12161520" cy="50292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11722905" y="5403881"/>
            <a:ext cx="426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426750" y="9144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WAS ONZE OPDRACHT?</a:t>
            </a:r>
            <a:endParaRPr lang="en-US" sz="140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6700" y="1524000"/>
            <a:ext cx="6692900" cy="4191000"/>
          </a:xfrm>
          <a:prstGeom prst="rect">
            <a:avLst/>
          </a:prstGeom>
          <a:effectLst>
            <a:outerShdw blurRad="101600" dist="25400" dir="5400000" algn="ctr" rotWithShape="0">
              <a:srgbClr val="1A2D3D">
                <a:alpha val="10000"/>
              </a:srgbClr>
            </a:outerShdw>
          </a:effectLst>
        </p:spPr>
      </p:pic>
      <p:sp>
        <p:nvSpPr>
          <p:cNvPr id="8" name="Shape 5"/>
          <p:cNvSpPr/>
          <p:nvPr/>
        </p:nvSpPr>
        <p:spPr>
          <a:xfrm>
            <a:off x="7061200" y="1524000"/>
            <a:ext cx="48514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5"/>
            </a:solidFill>
            <a:prstDash val="solid"/>
          </a:ln>
          <a:effectLst>
            <a:outerShdw blurRad="101600" dist="25400" dir="5400000" algn="ctr" rotWithShape="0">
              <a:srgbClr val="1A2D3D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9" name="Shape 6"/>
          <p:cNvSpPr/>
          <p:nvPr/>
        </p:nvSpPr>
        <p:spPr>
          <a:xfrm>
            <a:off x="7061200" y="1524000"/>
            <a:ext cx="76200" cy="1270000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Text 7"/>
          <p:cNvSpPr/>
          <p:nvPr/>
        </p:nvSpPr>
        <p:spPr>
          <a:xfrm>
            <a:off x="7264400" y="1651000"/>
            <a:ext cx="177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0B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900+</a:t>
            </a:r>
            <a:endParaRPr lang="en-US" sz="3000"/>
          </a:p>
        </p:txBody>
      </p:sp>
      <p:sp>
        <p:nvSpPr>
          <p:cNvPr id="11" name="Text 8"/>
          <p:cNvSpPr/>
          <p:nvPr/>
        </p:nvSpPr>
        <p:spPr>
          <a:xfrm>
            <a:off x="9156700" y="17526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gebruikers</a:t>
            </a:r>
            <a:endParaRPr lang="en-US" sz="1400"/>
          </a:p>
        </p:txBody>
      </p:sp>
      <p:sp>
        <p:nvSpPr>
          <p:cNvPr id="12" name="Text 9"/>
          <p:cNvSpPr/>
          <p:nvPr/>
        </p:nvSpPr>
        <p:spPr>
          <a:xfrm>
            <a:off x="9156700" y="2260600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bekabeld + WiFi</a:t>
            </a:r>
            <a:endParaRPr lang="en-US" sz="1100"/>
          </a:p>
        </p:txBody>
      </p:sp>
      <p:sp>
        <p:nvSpPr>
          <p:cNvPr id="13" name="Shape 10"/>
          <p:cNvSpPr/>
          <p:nvPr/>
        </p:nvSpPr>
        <p:spPr>
          <a:xfrm>
            <a:off x="7061200" y="2984500"/>
            <a:ext cx="48514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5"/>
            </a:solidFill>
            <a:prstDash val="solid"/>
          </a:ln>
          <a:effectLst>
            <a:outerShdw blurRad="101600" dist="25400" dir="5400000" algn="ctr" rotWithShape="0">
              <a:srgbClr val="1A2D3D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4" name="Shape 11"/>
          <p:cNvSpPr/>
          <p:nvPr/>
        </p:nvSpPr>
        <p:spPr>
          <a:xfrm>
            <a:off x="7061200" y="2984500"/>
            <a:ext cx="76200" cy="1270000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5" name="Text 12"/>
          <p:cNvSpPr/>
          <p:nvPr/>
        </p:nvSpPr>
        <p:spPr>
          <a:xfrm>
            <a:off x="7264400" y="3111500"/>
            <a:ext cx="177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0B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+/- 30</a:t>
            </a:r>
            <a:endParaRPr lang="en-US" sz="3000"/>
          </a:p>
        </p:txBody>
      </p:sp>
      <p:sp>
        <p:nvSpPr>
          <p:cNvPr id="16" name="Text 13"/>
          <p:cNvSpPr/>
          <p:nvPr/>
        </p:nvSpPr>
        <p:spPr>
          <a:xfrm>
            <a:off x="9156700" y="32131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</a:t>
            </a:r>
            <a:endParaRPr lang="en-US" sz="1400"/>
          </a:p>
        </p:txBody>
      </p:sp>
      <p:sp>
        <p:nvSpPr>
          <p:cNvPr id="17" name="Text 14"/>
          <p:cNvSpPr/>
          <p:nvPr/>
        </p:nvSpPr>
        <p:spPr>
          <a:xfrm>
            <a:off x="9156700" y="3721100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grotendeels VMs</a:t>
            </a:r>
            <a:endParaRPr lang="en-US" sz="1100"/>
          </a:p>
        </p:txBody>
      </p:sp>
      <p:sp>
        <p:nvSpPr>
          <p:cNvPr id="18" name="Shape 15"/>
          <p:cNvSpPr/>
          <p:nvPr/>
        </p:nvSpPr>
        <p:spPr>
          <a:xfrm>
            <a:off x="7061200" y="4445000"/>
            <a:ext cx="48514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5"/>
            </a:solidFill>
            <a:prstDash val="solid"/>
          </a:ln>
          <a:effectLst>
            <a:outerShdw blurRad="101600" dist="25400" dir="5400000" algn="ctr" rotWithShape="0">
              <a:srgbClr val="1A2D3D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9" name="Shape 16"/>
          <p:cNvSpPr/>
          <p:nvPr/>
        </p:nvSpPr>
        <p:spPr>
          <a:xfrm>
            <a:off x="7061200" y="4445000"/>
            <a:ext cx="76200" cy="1270000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0" name="Text 17"/>
          <p:cNvSpPr/>
          <p:nvPr/>
        </p:nvSpPr>
        <p:spPr>
          <a:xfrm>
            <a:off x="7264400" y="4572000"/>
            <a:ext cx="177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0B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/>
          </a:p>
        </p:txBody>
      </p:sp>
      <p:sp>
        <p:nvSpPr>
          <p:cNvPr id="21" name="Text 18"/>
          <p:cNvSpPr/>
          <p:nvPr/>
        </p:nvSpPr>
        <p:spPr>
          <a:xfrm>
            <a:off x="9156700" y="46736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etages</a:t>
            </a:r>
            <a:endParaRPr lang="en-US" sz="1400"/>
          </a:p>
        </p:txBody>
      </p:sp>
      <p:sp>
        <p:nvSpPr>
          <p:cNvPr id="22" name="Text 19"/>
          <p:cNvSpPr/>
          <p:nvPr/>
        </p:nvSpPr>
        <p:spPr>
          <a:xfrm>
            <a:off x="9156700" y="5181600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incl. begane grond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122761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70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68224" cy="670560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11704320" y="6461760"/>
            <a:ext cx="426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200">
                <a:solidFill>
                  <a:srgbClr val="6B8FA3"/>
                </a:solidFill>
              </a:rPr>
              <a:t>3</a:t>
            </a:r>
            <a:endParaRPr lang="en-US" sz="1200">
              <a:solidFill>
                <a:srgbClr val="6B8FA3"/>
              </a:solidFill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6790944"/>
            <a:ext cx="12192000" cy="67056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" name="Text 4"/>
          <p:cNvSpPr/>
          <p:nvPr/>
        </p:nvSpPr>
        <p:spPr>
          <a:xfrm>
            <a:off x="426720" y="121920"/>
            <a:ext cx="73152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 kern="0" spc="267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OPDRACHT</a:t>
            </a:r>
            <a:endParaRPr lang="en-US" sz="1467"/>
          </a:p>
        </p:txBody>
      </p:sp>
      <p:sp>
        <p:nvSpPr>
          <p:cNvPr id="8" name="Shape 5"/>
          <p:cNvSpPr/>
          <p:nvPr/>
        </p:nvSpPr>
        <p:spPr>
          <a:xfrm>
            <a:off x="431800" y="876300"/>
            <a:ext cx="5854700" cy="111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5"/>
            </a:solidFill>
            <a:prstDash val="solid"/>
          </a:ln>
          <a:effectLst>
            <a:outerShdw blurRad="101600" dist="25400" dir="5400000" algn="ctr" rotWithShape="0">
              <a:srgbClr val="1A2D3D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9" name="Shape 6"/>
          <p:cNvSpPr/>
          <p:nvPr/>
        </p:nvSpPr>
        <p:spPr>
          <a:xfrm>
            <a:off x="431800" y="876300"/>
            <a:ext cx="76200" cy="1117600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2" name="Shape 9"/>
          <p:cNvSpPr/>
          <p:nvPr/>
        </p:nvSpPr>
        <p:spPr>
          <a:xfrm>
            <a:off x="431800" y="2171700"/>
            <a:ext cx="5854700" cy="111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5"/>
            </a:solidFill>
            <a:prstDash val="solid"/>
          </a:ln>
          <a:effectLst>
            <a:outerShdw blurRad="101600" dist="25400" dir="5400000" algn="ctr" rotWithShape="0">
              <a:srgbClr val="1A2D3D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3" name="Shape 10"/>
          <p:cNvSpPr/>
          <p:nvPr/>
        </p:nvSpPr>
        <p:spPr>
          <a:xfrm>
            <a:off x="431800" y="2171700"/>
            <a:ext cx="76200" cy="1117600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6" name="Shape 13"/>
          <p:cNvSpPr/>
          <p:nvPr/>
        </p:nvSpPr>
        <p:spPr>
          <a:xfrm>
            <a:off x="431800" y="3467100"/>
            <a:ext cx="5854700" cy="111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5"/>
            </a:solidFill>
            <a:prstDash val="solid"/>
          </a:ln>
          <a:effectLst>
            <a:outerShdw blurRad="101600" dist="25400" dir="5400000" algn="ctr" rotWithShape="0">
              <a:srgbClr val="1A2D3D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7" name="Shape 14"/>
          <p:cNvSpPr/>
          <p:nvPr/>
        </p:nvSpPr>
        <p:spPr>
          <a:xfrm>
            <a:off x="431800" y="3467100"/>
            <a:ext cx="76200" cy="1117600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0" name="Shape 17"/>
          <p:cNvSpPr/>
          <p:nvPr/>
        </p:nvSpPr>
        <p:spPr>
          <a:xfrm>
            <a:off x="431800" y="4762500"/>
            <a:ext cx="5854700" cy="111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5"/>
            </a:solidFill>
            <a:prstDash val="solid"/>
          </a:ln>
          <a:effectLst>
            <a:outerShdw blurRad="101600" dist="25400" dir="5400000" algn="ctr" rotWithShape="0">
              <a:srgbClr val="1A2D3D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1" name="Shape 18"/>
          <p:cNvSpPr/>
          <p:nvPr/>
        </p:nvSpPr>
        <p:spPr>
          <a:xfrm>
            <a:off x="431800" y="4762500"/>
            <a:ext cx="76200" cy="1117600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pic>
        <p:nvPicPr>
          <p:cNvPr id="25" name="Picture 24" descr="Provinciehuis (Utrecht) - Wikipedia">
            <a:extLst>
              <a:ext uri="{FF2B5EF4-FFF2-40B4-BE49-F238E27FC236}">
                <a16:creationId xmlns:a16="http://schemas.microsoft.com/office/drawing/2014/main" id="{BAFF7254-0296-1978-CDC1-D7C5F07C3B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141" t="3664" r="17556" b="4556"/>
          <a:stretch>
            <a:fillRect/>
          </a:stretch>
        </p:blipFill>
        <p:spPr>
          <a:xfrm>
            <a:off x="6591300" y="876300"/>
            <a:ext cx="5334000" cy="5003800"/>
          </a:xfrm>
          <a:prstGeom prst="rect">
            <a:avLst/>
          </a:prstGeom>
          <a:effectLst>
            <a:outerShdw blurRad="152400" dist="63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24" name="Text 8">
            <a:extLst>
              <a:ext uri="{FF2B5EF4-FFF2-40B4-BE49-F238E27FC236}">
                <a16:creationId xmlns:a16="http://schemas.microsoft.com/office/drawing/2014/main" id="{73BD5255-7A42-01B9-9345-AAC95361F493}"/>
              </a:ext>
            </a:extLst>
          </p:cNvPr>
          <p:cNvSpPr/>
          <p:nvPr/>
        </p:nvSpPr>
        <p:spPr>
          <a:xfrm>
            <a:off x="635000" y="1003300"/>
            <a:ext cx="558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err="1">
                <a:solidFill>
                  <a:srgbClr val="0D1B2A"/>
                </a:solidFill>
                <a:ea typeface="+mn-lt"/>
                <a:cs typeface="+mn-lt"/>
              </a:rPr>
              <a:t>Continuïteit</a:t>
            </a:r>
            <a:endParaRPr lang="en-US" sz="2800">
              <a:solidFill>
                <a:srgbClr val="0D1B2A"/>
              </a:solidFill>
              <a:ea typeface="Calibri"/>
              <a:cs typeface="Calibri"/>
            </a:endParaRPr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26C850A6-E7C8-CD75-EEAD-BDF5923839D7}"/>
              </a:ext>
            </a:extLst>
          </p:cNvPr>
          <p:cNvSpPr/>
          <p:nvPr/>
        </p:nvSpPr>
        <p:spPr>
          <a:xfrm>
            <a:off x="635000" y="1435100"/>
            <a:ext cx="5588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een</a:t>
            </a: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overheidsorganisatie</a:t>
            </a: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kan</a:t>
            </a: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zich</a:t>
            </a: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geen</a:t>
            </a: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uitval</a:t>
            </a: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veroorloven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AB9A5854-47CC-384C-BF9E-E56E0A73E68D}"/>
              </a:ext>
            </a:extLst>
          </p:cNvPr>
          <p:cNvSpPr/>
          <p:nvPr/>
        </p:nvSpPr>
        <p:spPr>
          <a:xfrm>
            <a:off x="635000" y="2298700"/>
            <a:ext cx="558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err="1">
                <a:solidFill>
                  <a:srgbClr val="0D1B2A"/>
                </a:solidFill>
                <a:ea typeface="+mn-lt"/>
                <a:cs typeface="+mn-lt"/>
              </a:rPr>
              <a:t>Informatiebeveiliging</a:t>
            </a:r>
            <a:r>
              <a:rPr lang="en-US" sz="2800">
                <a:solidFill>
                  <a:srgbClr val="0D1B2A"/>
                </a:solidFill>
                <a:ea typeface="+mn-lt"/>
                <a:cs typeface="+mn-lt"/>
              </a:rPr>
              <a:t> </a:t>
            </a:r>
            <a:endParaRPr lang="en-US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A5E03AB7-381B-1619-3C57-69B382DB4714}"/>
              </a:ext>
            </a:extLst>
          </p:cNvPr>
          <p:cNvSpPr/>
          <p:nvPr/>
        </p:nvSpPr>
        <p:spPr>
          <a:xfrm>
            <a:off x="635000" y="2730500"/>
            <a:ext cx="5588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publieke</a:t>
            </a: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 zones, </a:t>
            </a:r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ambtelijke</a:t>
            </a: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werkplekken</a:t>
            </a: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en</a:t>
            </a: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vertrouwelijke</a:t>
            </a: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omgevingen</a:t>
            </a: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 door </a:t>
            </a:r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elkaar</a:t>
            </a:r>
            <a:endParaRPr lang="en-US" err="1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AE81BBFB-51ED-01F9-83A6-A20627383794}"/>
              </a:ext>
            </a:extLst>
          </p:cNvPr>
          <p:cNvSpPr/>
          <p:nvPr/>
        </p:nvSpPr>
        <p:spPr>
          <a:xfrm>
            <a:off x="635000" y="3594100"/>
            <a:ext cx="558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err="1">
                <a:solidFill>
                  <a:srgbClr val="0D1B2A"/>
                </a:solidFill>
                <a:ea typeface="+mn-lt"/>
                <a:cs typeface="+mn-lt"/>
              </a:rPr>
              <a:t>Beheerbaarheid</a:t>
            </a:r>
            <a:endParaRPr lang="en-US" sz="2800" err="1">
              <a:solidFill>
                <a:srgbClr val="0D1B2A"/>
              </a:solidFill>
              <a:ea typeface="Calibri"/>
              <a:cs typeface="Calibri"/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86A16DAF-C773-9626-BDEB-2833F174421A}"/>
              </a:ext>
            </a:extLst>
          </p:cNvPr>
          <p:cNvSpPr/>
          <p:nvPr/>
        </p:nvSpPr>
        <p:spPr>
          <a:xfrm>
            <a:off x="635000" y="4025900"/>
            <a:ext cx="5588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ongedocumenteerd</a:t>
            </a: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netwerk</a:t>
            </a: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leidt</a:t>
            </a: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 tot </a:t>
            </a:r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hoge</a:t>
            </a: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kosten</a:t>
            </a: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en</a:t>
            </a: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kwetsbaarheid</a:t>
            </a:r>
            <a:endParaRPr lang="en-US" err="1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5B747D98-9A9A-D884-BAFC-AFA6949FA1D0}"/>
              </a:ext>
            </a:extLst>
          </p:cNvPr>
          <p:cNvSpPr/>
          <p:nvPr/>
        </p:nvSpPr>
        <p:spPr>
          <a:xfrm>
            <a:off x="635000" y="4889500"/>
            <a:ext cx="558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err="1">
                <a:solidFill>
                  <a:srgbClr val="0D1B2A"/>
                </a:solidFill>
                <a:ea typeface="+mn-lt"/>
                <a:cs typeface="+mn-lt"/>
              </a:rPr>
              <a:t>Flexibiliteit</a:t>
            </a:r>
            <a:endParaRPr lang="en-US" sz="2800" b="1" err="1">
              <a:solidFill>
                <a:srgbClr val="0D1B2A"/>
              </a:solidFill>
              <a:ea typeface="Calibri"/>
              <a:cs typeface="Calibri"/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162004C0-0095-6512-BF98-A2767B2A4CCE}"/>
              </a:ext>
            </a:extLst>
          </p:cNvPr>
          <p:cNvSpPr/>
          <p:nvPr/>
        </p:nvSpPr>
        <p:spPr>
          <a:xfrm>
            <a:off x="635000" y="5321300"/>
            <a:ext cx="5588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medewerkers</a:t>
            </a: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moeten</a:t>
            </a: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locatie-onafhankelijk</a:t>
            </a: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kunnen</a:t>
            </a: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werken</a:t>
            </a:r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987829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68194" cy="502920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/>
          <p:cNvSpPr/>
          <p:nvPr/>
        </p:nvSpPr>
        <p:spPr>
          <a:xfrm>
            <a:off x="0" y="6805568"/>
            <a:ext cx="12161520" cy="50292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11709400" y="4851400"/>
            <a:ext cx="426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426750" y="9144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279400" y="635000"/>
            <a:ext cx="5740400" cy="584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8" name="Shape 6"/>
          <p:cNvSpPr/>
          <p:nvPr/>
        </p:nvSpPr>
        <p:spPr>
          <a:xfrm>
            <a:off x="279400" y="635000"/>
            <a:ext cx="5740400" cy="508000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9" name="Text 7"/>
          <p:cNvSpPr/>
          <p:nvPr/>
        </p:nvSpPr>
        <p:spPr>
          <a:xfrm>
            <a:off x="558800" y="698500"/>
            <a:ext cx="546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nl-NL" sz="1300" b="1" kern="0" spc="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558800" y="1377950"/>
            <a:ext cx="546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nl-NL" sz="2400" b="1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Netwerk­ontwerp</a:t>
            </a:r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58800" y="1784350"/>
            <a:ext cx="546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nl-NL" sz="1400">
                <a:solidFill>
                  <a:srgbClr val="1A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Topologie, logisch &amp; fysiek, inclusief kabelrouting</a:t>
            </a:r>
            <a:endParaRPr lang="nl-NL" sz="1400"/>
          </a:p>
        </p:txBody>
      </p:sp>
      <p:sp>
        <p:nvSpPr>
          <p:cNvPr id="12" name="Shape 10"/>
          <p:cNvSpPr/>
          <p:nvPr/>
        </p:nvSpPr>
        <p:spPr>
          <a:xfrm>
            <a:off x="558800" y="2463800"/>
            <a:ext cx="5461000" cy="12700"/>
          </a:xfrm>
          <a:prstGeom prst="rect">
            <a:avLst/>
          </a:prstGeom>
          <a:solidFill>
            <a:srgbClr val="D8EEF5"/>
          </a:solidFill>
          <a:ln w="12700">
            <a:solidFill>
              <a:srgbClr val="D8EEF5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3" name="Text 11"/>
          <p:cNvSpPr/>
          <p:nvPr/>
        </p:nvSpPr>
        <p:spPr>
          <a:xfrm>
            <a:off x="558800" y="2711450"/>
            <a:ext cx="546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nl-NL" sz="24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VLAN &amp; IP-plan</a:t>
            </a:r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58800" y="3117850"/>
            <a:ext cx="546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nl-NL" sz="1400">
                <a:solidFill>
                  <a:srgbClr val="1A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Segmentatie via 802.1X / Entra ID, DHCP per VLAN</a:t>
            </a:r>
            <a:endParaRPr lang="nl-NL" sz="1400"/>
          </a:p>
        </p:txBody>
      </p:sp>
      <p:sp>
        <p:nvSpPr>
          <p:cNvPr id="15" name="Shape 13"/>
          <p:cNvSpPr/>
          <p:nvPr/>
        </p:nvSpPr>
        <p:spPr>
          <a:xfrm>
            <a:off x="558800" y="3797300"/>
            <a:ext cx="5461000" cy="12700"/>
          </a:xfrm>
          <a:prstGeom prst="rect">
            <a:avLst/>
          </a:prstGeom>
          <a:solidFill>
            <a:srgbClr val="D8EEF5"/>
          </a:solidFill>
          <a:ln w="12700">
            <a:solidFill>
              <a:srgbClr val="D8EEF5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6" name="Text 14"/>
          <p:cNvSpPr/>
          <p:nvPr/>
        </p:nvSpPr>
        <p:spPr>
          <a:xfrm>
            <a:off x="558800" y="4044950"/>
            <a:ext cx="546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nl-NL" sz="2400" b="1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Hardware­selectie</a:t>
            </a:r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58800" y="4451350"/>
            <a:ext cx="546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nl-NL" sz="1400">
                <a:solidFill>
                  <a:srgbClr val="1A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Firewall, core switches, access switches, APs</a:t>
            </a:r>
            <a:endParaRPr lang="nl-NL" sz="1400"/>
          </a:p>
        </p:txBody>
      </p:sp>
      <p:sp>
        <p:nvSpPr>
          <p:cNvPr id="18" name="Shape 16"/>
          <p:cNvSpPr/>
          <p:nvPr/>
        </p:nvSpPr>
        <p:spPr>
          <a:xfrm>
            <a:off x="558800" y="5130800"/>
            <a:ext cx="5461000" cy="12700"/>
          </a:xfrm>
          <a:prstGeom prst="rect">
            <a:avLst/>
          </a:prstGeom>
          <a:solidFill>
            <a:srgbClr val="D8EEF5"/>
          </a:solidFill>
          <a:ln w="12700">
            <a:solidFill>
              <a:srgbClr val="D8EEF5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9" name="Text 17"/>
          <p:cNvSpPr/>
          <p:nvPr/>
        </p:nvSpPr>
        <p:spPr>
          <a:xfrm>
            <a:off x="558800" y="5378450"/>
            <a:ext cx="546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nl-NL" sz="24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Budget &amp; </a:t>
            </a:r>
            <a:r>
              <a:rPr lang="nl-NL" sz="2400" b="1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Nazorg</a:t>
            </a:r>
            <a:endParaRPr lang="en-US" sz="2400" err="1">
              <a:latin typeface="Calibri"/>
              <a:ea typeface="Calibri"/>
              <a:cs typeface="Calibri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58800" y="5784850"/>
            <a:ext cx="546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nl-NL" sz="1400">
                <a:solidFill>
                  <a:srgbClr val="1A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/ OPEX raming + 2 weken hypercare na oplevering</a:t>
            </a:r>
            <a:endParaRPr lang="nl-NL" sz="1400"/>
          </a:p>
        </p:txBody>
      </p:sp>
      <p:sp>
        <p:nvSpPr>
          <p:cNvPr id="21" name="Shape 19"/>
          <p:cNvSpPr/>
          <p:nvPr/>
        </p:nvSpPr>
        <p:spPr>
          <a:xfrm>
            <a:off x="6146800" y="635000"/>
            <a:ext cx="5740400" cy="584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2" name="Shape 20"/>
          <p:cNvSpPr/>
          <p:nvPr/>
        </p:nvSpPr>
        <p:spPr>
          <a:xfrm>
            <a:off x="6146800" y="635000"/>
            <a:ext cx="5740400" cy="508000"/>
          </a:xfrm>
          <a:prstGeom prst="rect">
            <a:avLst/>
          </a:prstGeom>
          <a:solidFill>
            <a:srgbClr val="6B8FA3"/>
          </a:solidFill>
          <a:ln w="12700">
            <a:solidFill>
              <a:srgbClr val="6B8FA3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3" name="Text 21"/>
          <p:cNvSpPr/>
          <p:nvPr/>
        </p:nvSpPr>
        <p:spPr>
          <a:xfrm>
            <a:off x="6426200" y="698500"/>
            <a:ext cx="546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nl-NL" sz="1300" b="1" kern="0" spc="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BUITEN SCOPE</a:t>
            </a:r>
            <a:endParaRPr lang="en-US" sz="1300"/>
          </a:p>
        </p:txBody>
      </p:sp>
      <p:sp>
        <p:nvSpPr>
          <p:cNvPr id="24" name="Text 22"/>
          <p:cNvSpPr/>
          <p:nvPr/>
        </p:nvSpPr>
        <p:spPr>
          <a:xfrm>
            <a:off x="6426200" y="1377950"/>
            <a:ext cx="546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nl-NL" sz="24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Firewall-policies</a:t>
            </a:r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26200" y="1784350"/>
            <a:ext cx="546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nl-NL" sz="1400">
                <a:solidFill>
                  <a:srgbClr val="1A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IPS, DMZ-config en security rules (verantw. SLTN)</a:t>
            </a:r>
            <a:endParaRPr lang="nl-NL" sz="1400"/>
          </a:p>
        </p:txBody>
      </p:sp>
      <p:sp>
        <p:nvSpPr>
          <p:cNvPr id="26" name="Shape 24"/>
          <p:cNvSpPr/>
          <p:nvPr/>
        </p:nvSpPr>
        <p:spPr>
          <a:xfrm>
            <a:off x="6426200" y="2463800"/>
            <a:ext cx="5461000" cy="12700"/>
          </a:xfrm>
          <a:prstGeom prst="rect">
            <a:avLst/>
          </a:prstGeom>
          <a:solidFill>
            <a:srgbClr val="D8EEF5"/>
          </a:solidFill>
          <a:ln w="12700">
            <a:solidFill>
              <a:srgbClr val="D8EEF5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7" name="Text 25"/>
          <p:cNvSpPr/>
          <p:nvPr/>
        </p:nvSpPr>
        <p:spPr>
          <a:xfrm>
            <a:off x="6426200" y="2711450"/>
            <a:ext cx="546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nl-NL" sz="2400" b="1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Fysieke</a:t>
            </a:r>
            <a:r>
              <a:rPr lang="nl-NL" sz="24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nl-NL" sz="2400" b="1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aanleg</a:t>
            </a:r>
            <a:endParaRPr lang="en-US" sz="2400" err="1">
              <a:latin typeface="Calibri"/>
              <a:ea typeface="Calibri"/>
              <a:cs typeface="Calibri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26200" y="3117850"/>
            <a:ext cx="546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nl-NL" sz="1400">
                <a:solidFill>
                  <a:srgbClr val="1A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Bekabeling door kabelaannemer, faciliteiten door elektricien</a:t>
            </a:r>
            <a:endParaRPr lang="nl-NL" sz="1400"/>
          </a:p>
        </p:txBody>
      </p:sp>
      <p:sp>
        <p:nvSpPr>
          <p:cNvPr id="29" name="Shape 27"/>
          <p:cNvSpPr/>
          <p:nvPr/>
        </p:nvSpPr>
        <p:spPr>
          <a:xfrm>
            <a:off x="6426200" y="3797300"/>
            <a:ext cx="5461000" cy="12700"/>
          </a:xfrm>
          <a:prstGeom prst="rect">
            <a:avLst/>
          </a:prstGeom>
          <a:solidFill>
            <a:srgbClr val="D8EEF5"/>
          </a:solidFill>
          <a:ln w="12700">
            <a:solidFill>
              <a:srgbClr val="D8EEF5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0" name="Text 28"/>
          <p:cNvSpPr/>
          <p:nvPr/>
        </p:nvSpPr>
        <p:spPr>
          <a:xfrm>
            <a:off x="6426200" y="4044950"/>
            <a:ext cx="546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nl-NL" sz="2400" b="1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Hardware­beslissing</a:t>
            </a:r>
            <a:endParaRPr lang="en-US" sz="2400" err="1">
              <a:latin typeface="Calibri"/>
              <a:ea typeface="Calibri"/>
              <a:cs typeface="Calibri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426200" y="4451350"/>
            <a:ext cx="546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nl-NL" sz="1400">
                <a:solidFill>
                  <a:srgbClr val="1A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Wij doen aanbeveling; definitieve keuze ligt bij inkoop</a:t>
            </a:r>
            <a:endParaRPr lang="nl-NL" sz="1400"/>
          </a:p>
        </p:txBody>
      </p:sp>
      <p:sp>
        <p:nvSpPr>
          <p:cNvPr id="32" name="Shape 30"/>
          <p:cNvSpPr/>
          <p:nvPr/>
        </p:nvSpPr>
        <p:spPr>
          <a:xfrm>
            <a:off x="6426200" y="5130800"/>
            <a:ext cx="5461000" cy="12700"/>
          </a:xfrm>
          <a:prstGeom prst="rect">
            <a:avLst/>
          </a:prstGeom>
          <a:solidFill>
            <a:srgbClr val="D8EEF5"/>
          </a:solidFill>
          <a:ln w="12700">
            <a:solidFill>
              <a:srgbClr val="D8EEF5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3" name="Text 31"/>
          <p:cNvSpPr/>
          <p:nvPr/>
        </p:nvSpPr>
        <p:spPr>
          <a:xfrm>
            <a:off x="6426200" y="5378450"/>
            <a:ext cx="546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nl-NL" sz="24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Beheer</a:t>
            </a:r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426200" y="5784850"/>
            <a:ext cx="546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nl-NL" sz="1400" err="1">
                <a:solidFill>
                  <a:srgbClr val="1A2D3D"/>
                </a:solidFill>
                <a:latin typeface="Calibri"/>
                <a:ea typeface="Calibri"/>
                <a:cs typeface="Calibri"/>
              </a:rPr>
              <a:t>Onderhoud</a:t>
            </a:r>
            <a:r>
              <a:rPr lang="nl-NL" sz="1400">
                <a:solidFill>
                  <a:srgbClr val="1A2D3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nl-NL" sz="1400" err="1">
                <a:solidFill>
                  <a:srgbClr val="1A2D3D"/>
                </a:solidFill>
                <a:latin typeface="Calibri"/>
                <a:ea typeface="Calibri"/>
                <a:cs typeface="Calibri"/>
              </a:rPr>
              <a:t>na</a:t>
            </a:r>
            <a:r>
              <a:rPr lang="nl-NL" sz="1400">
                <a:solidFill>
                  <a:srgbClr val="1A2D3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nl-NL" sz="1400" err="1">
                <a:solidFill>
                  <a:srgbClr val="1A2D3D"/>
                </a:solidFill>
                <a:latin typeface="Calibri"/>
                <a:ea typeface="Calibri"/>
                <a:cs typeface="Calibri"/>
              </a:rPr>
              <a:t>oplevering</a:t>
            </a:r>
          </a:p>
        </p:txBody>
      </p:sp>
    </p:spTree>
    <p:extLst>
      <p:ext uri="{BB962C8B-B14F-4D97-AF65-F5344CB8AC3E}">
        <p14:creationId xmlns:p14="http://schemas.microsoft.com/office/powerpoint/2010/main" val="37459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68194" cy="502920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/>
          <p:cNvSpPr/>
          <p:nvPr/>
        </p:nvSpPr>
        <p:spPr>
          <a:xfrm>
            <a:off x="34247" y="6805568"/>
            <a:ext cx="12161520" cy="50292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11807062" y="6438814"/>
            <a:ext cx="426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426750" y="9144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HEBBEN WIJ DIT UITGEVOERD?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263018" y="1359271"/>
            <a:ext cx="274320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8" name="Shape 6"/>
          <p:cNvSpPr/>
          <p:nvPr/>
        </p:nvSpPr>
        <p:spPr>
          <a:xfrm>
            <a:off x="1177418" y="1542151"/>
            <a:ext cx="868680" cy="868680"/>
          </a:xfrm>
          <a:prstGeom prst="ellipse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9" name="Text 7"/>
          <p:cNvSpPr/>
          <p:nvPr/>
        </p:nvSpPr>
        <p:spPr>
          <a:xfrm>
            <a:off x="1177418" y="1542151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/>
          </a:p>
        </p:txBody>
      </p:sp>
      <p:sp>
        <p:nvSpPr>
          <p:cNvPr id="10" name="Text 8"/>
          <p:cNvSpPr/>
          <p:nvPr/>
        </p:nvSpPr>
        <p:spPr>
          <a:xfrm>
            <a:off x="354458" y="2593711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Doorlooptijd</a:t>
            </a:r>
            <a:endParaRPr lang="en-US" sz="2400" err="1"/>
          </a:p>
        </p:txBody>
      </p:sp>
      <p:sp>
        <p:nvSpPr>
          <p:cNvPr id="11" name="Shape 9"/>
          <p:cNvSpPr/>
          <p:nvPr/>
        </p:nvSpPr>
        <p:spPr>
          <a:xfrm>
            <a:off x="720218" y="3279511"/>
            <a:ext cx="1828800" cy="36576"/>
          </a:xfrm>
          <a:prstGeom prst="rect">
            <a:avLst/>
          </a:prstGeom>
          <a:solidFill>
            <a:srgbClr val="D8EEF5"/>
          </a:solidFill>
          <a:ln w="12700">
            <a:solidFill>
              <a:srgbClr val="D8EEF5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2" name="Text 10"/>
          <p:cNvSpPr/>
          <p:nvPr/>
        </p:nvSpPr>
        <p:spPr>
          <a:xfrm>
            <a:off x="445898" y="3416671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>
                <a:solidFill>
                  <a:srgbClr val="1A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Projectbrief ontvangen</a:t>
            </a:r>
            <a:endParaRPr lang="en-US" sz="14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>
                <a:solidFill>
                  <a:srgbClr val="1A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vastleggen</a:t>
            </a:r>
            <a:endParaRPr lang="en-US" sz="14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>
                <a:solidFill>
                  <a:srgbClr val="1A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in kaart</a:t>
            </a:r>
            <a:endParaRPr lang="en-US" sz="1400"/>
          </a:p>
        </p:txBody>
      </p:sp>
      <p:sp>
        <p:nvSpPr>
          <p:cNvPr id="13" name="Shape 11"/>
          <p:cNvSpPr/>
          <p:nvPr/>
        </p:nvSpPr>
        <p:spPr>
          <a:xfrm>
            <a:off x="3234818" y="1359271"/>
            <a:ext cx="274320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4" name="Shape 12"/>
          <p:cNvSpPr/>
          <p:nvPr/>
        </p:nvSpPr>
        <p:spPr>
          <a:xfrm>
            <a:off x="4149218" y="1542151"/>
            <a:ext cx="868680" cy="868680"/>
          </a:xfrm>
          <a:prstGeom prst="ellipse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5" name="Text 13"/>
          <p:cNvSpPr/>
          <p:nvPr/>
        </p:nvSpPr>
        <p:spPr>
          <a:xfrm>
            <a:off x="4149218" y="1542151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/>
          </a:p>
        </p:txBody>
      </p:sp>
      <p:sp>
        <p:nvSpPr>
          <p:cNvPr id="16" name="Text 14"/>
          <p:cNvSpPr/>
          <p:nvPr/>
        </p:nvSpPr>
        <p:spPr>
          <a:xfrm>
            <a:off x="3326258" y="2593711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Infrastructuur</a:t>
            </a:r>
            <a:endParaRPr lang="en-US" sz="2400" err="1"/>
          </a:p>
        </p:txBody>
      </p:sp>
      <p:sp>
        <p:nvSpPr>
          <p:cNvPr id="17" name="Shape 15"/>
          <p:cNvSpPr/>
          <p:nvPr/>
        </p:nvSpPr>
        <p:spPr>
          <a:xfrm>
            <a:off x="3692018" y="3279511"/>
            <a:ext cx="1828800" cy="36576"/>
          </a:xfrm>
          <a:prstGeom prst="rect">
            <a:avLst/>
          </a:prstGeom>
          <a:solidFill>
            <a:srgbClr val="D8EEF5"/>
          </a:solidFill>
          <a:ln w="12700">
            <a:solidFill>
              <a:srgbClr val="D8EEF5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8" name="Text 16"/>
          <p:cNvSpPr/>
          <p:nvPr/>
        </p:nvSpPr>
        <p:spPr>
          <a:xfrm>
            <a:off x="3417698" y="3416671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>
                <a:solidFill>
                  <a:srgbClr val="1A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Topologie &amp; VLAN-plan</a:t>
            </a:r>
            <a:endParaRPr lang="en-US" sz="14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>
                <a:solidFill>
                  <a:srgbClr val="1A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IP-adressering</a:t>
            </a:r>
            <a:endParaRPr lang="en-US" sz="14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>
                <a:solidFill>
                  <a:srgbClr val="1A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Hardwareselectie</a:t>
            </a:r>
            <a:endParaRPr lang="en-US" sz="1400"/>
          </a:p>
        </p:txBody>
      </p:sp>
      <p:sp>
        <p:nvSpPr>
          <p:cNvPr id="19" name="Shape 17"/>
          <p:cNvSpPr/>
          <p:nvPr/>
        </p:nvSpPr>
        <p:spPr>
          <a:xfrm>
            <a:off x="6206618" y="1359271"/>
            <a:ext cx="274320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0" name="Shape 18"/>
          <p:cNvSpPr/>
          <p:nvPr/>
        </p:nvSpPr>
        <p:spPr>
          <a:xfrm>
            <a:off x="7121018" y="1542151"/>
            <a:ext cx="868680" cy="868680"/>
          </a:xfrm>
          <a:prstGeom prst="ellipse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1" name="Text 19"/>
          <p:cNvSpPr/>
          <p:nvPr/>
        </p:nvSpPr>
        <p:spPr>
          <a:xfrm>
            <a:off x="7121018" y="1542151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/>
          </a:p>
        </p:txBody>
      </p:sp>
      <p:sp>
        <p:nvSpPr>
          <p:cNvPr id="22" name="Text 20"/>
          <p:cNvSpPr/>
          <p:nvPr/>
        </p:nvSpPr>
        <p:spPr>
          <a:xfrm>
            <a:off x="6298058" y="2593711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Documentatie</a:t>
            </a:r>
            <a:endParaRPr lang="en-US" sz="2400"/>
          </a:p>
        </p:txBody>
      </p:sp>
      <p:sp>
        <p:nvSpPr>
          <p:cNvPr id="23" name="Shape 21"/>
          <p:cNvSpPr/>
          <p:nvPr/>
        </p:nvSpPr>
        <p:spPr>
          <a:xfrm>
            <a:off x="6663818" y="3279511"/>
            <a:ext cx="1828800" cy="36576"/>
          </a:xfrm>
          <a:prstGeom prst="rect">
            <a:avLst/>
          </a:prstGeom>
          <a:solidFill>
            <a:srgbClr val="D8EEF5"/>
          </a:solidFill>
          <a:ln w="12700">
            <a:solidFill>
              <a:srgbClr val="D8EEF5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4" name="Text 22"/>
          <p:cNvSpPr/>
          <p:nvPr/>
        </p:nvSpPr>
        <p:spPr>
          <a:xfrm>
            <a:off x="6389498" y="3416671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>
                <a:solidFill>
                  <a:srgbClr val="1A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IP-plan &amp; budget</a:t>
            </a:r>
            <a:endParaRPr lang="en-US" sz="14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>
                <a:solidFill>
                  <a:srgbClr val="1A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Risicoanalyse</a:t>
            </a:r>
            <a:endParaRPr lang="en-US" sz="14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>
                <a:solidFill>
                  <a:srgbClr val="1A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Testplan</a:t>
            </a:r>
            <a:endParaRPr lang="en-US" sz="1400"/>
          </a:p>
        </p:txBody>
      </p:sp>
      <p:sp>
        <p:nvSpPr>
          <p:cNvPr id="25" name="Shape 23"/>
          <p:cNvSpPr/>
          <p:nvPr/>
        </p:nvSpPr>
        <p:spPr>
          <a:xfrm>
            <a:off x="9178418" y="1359271"/>
            <a:ext cx="274320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6" name="Shape 24"/>
          <p:cNvSpPr/>
          <p:nvPr/>
        </p:nvSpPr>
        <p:spPr>
          <a:xfrm>
            <a:off x="10092818" y="1542151"/>
            <a:ext cx="868680" cy="868680"/>
          </a:xfrm>
          <a:prstGeom prst="ellipse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7" name="Text 25"/>
          <p:cNvSpPr/>
          <p:nvPr/>
        </p:nvSpPr>
        <p:spPr>
          <a:xfrm>
            <a:off x="10092818" y="1542151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/>
          </a:p>
        </p:txBody>
      </p:sp>
      <p:sp>
        <p:nvSpPr>
          <p:cNvPr id="28" name="Text 26"/>
          <p:cNvSpPr/>
          <p:nvPr/>
        </p:nvSpPr>
        <p:spPr>
          <a:xfrm>
            <a:off x="9278420" y="2593711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Validatie</a:t>
            </a:r>
            <a:r>
              <a:rPr lang="en-US" sz="20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&amp; </a:t>
            </a:r>
            <a:r>
              <a:rPr lang="en-US" sz="2000" b="1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oplevering</a:t>
            </a:r>
            <a:endParaRPr lang="en-US" sz="2000">
              <a:latin typeface="Calibri"/>
              <a:ea typeface="Calibri"/>
              <a:cs typeface="Calibri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9635618" y="3279511"/>
            <a:ext cx="1828800" cy="36576"/>
          </a:xfrm>
          <a:prstGeom prst="rect">
            <a:avLst/>
          </a:prstGeom>
          <a:solidFill>
            <a:srgbClr val="D8EEF5"/>
          </a:solidFill>
          <a:ln w="12700">
            <a:solidFill>
              <a:srgbClr val="D8EEF5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0" name="Text 28"/>
          <p:cNvSpPr/>
          <p:nvPr/>
        </p:nvSpPr>
        <p:spPr>
          <a:xfrm>
            <a:off x="9361298" y="3416671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>
                <a:solidFill>
                  <a:srgbClr val="1A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sign-off</a:t>
            </a:r>
            <a:endParaRPr lang="en-US" sz="14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>
                <a:solidFill>
                  <a:srgbClr val="1A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Testrapport</a:t>
            </a:r>
            <a:endParaRPr lang="en-US" sz="14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>
                <a:solidFill>
                  <a:srgbClr val="1A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Nazorgplan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807818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68194" cy="502920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/>
          <p:cNvSpPr/>
          <p:nvPr/>
        </p:nvSpPr>
        <p:spPr>
          <a:xfrm>
            <a:off x="0" y="6805568"/>
            <a:ext cx="12161520" cy="50292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11764253" y="6438814"/>
            <a:ext cx="426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426750" y="9144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DOCUMENTATIE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279400" y="787400"/>
            <a:ext cx="5207000" cy="13081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5"/>
            </a:solidFill>
            <a:prstDash val="solid"/>
          </a:ln>
          <a:effectLst>
            <a:outerShdw blurRad="101600" dist="25400" dir="5400000" algn="ctr" rotWithShape="0">
              <a:srgbClr val="1A2D3D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8" name="Shape 6"/>
          <p:cNvSpPr/>
          <p:nvPr/>
        </p:nvSpPr>
        <p:spPr>
          <a:xfrm>
            <a:off x="279400" y="787400"/>
            <a:ext cx="76200" cy="1308100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9" name="Text 7"/>
          <p:cNvSpPr/>
          <p:nvPr/>
        </p:nvSpPr>
        <p:spPr>
          <a:xfrm>
            <a:off x="508000" y="1187450"/>
            <a:ext cx="4749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nl-NL" sz="2400" b="1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Projectplanning</a:t>
            </a:r>
            <a:endParaRPr lang="nl-NL" sz="2400">
              <a:latin typeface="Calibri"/>
              <a:ea typeface="Calibri"/>
              <a:cs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8000" y="787400"/>
            <a:ext cx="4749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50">
              <a:solidFill>
                <a:srgbClr val="6B8FA3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9400" y="2247900"/>
            <a:ext cx="5207000" cy="13081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5"/>
            </a:solidFill>
            <a:prstDash val="solid"/>
          </a:ln>
          <a:effectLst>
            <a:outerShdw blurRad="101600" dist="25400" dir="5400000" algn="ctr" rotWithShape="0">
              <a:srgbClr val="1A2D3D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2" name="Shape 10"/>
          <p:cNvSpPr/>
          <p:nvPr/>
        </p:nvSpPr>
        <p:spPr>
          <a:xfrm>
            <a:off x="279400" y="2247900"/>
            <a:ext cx="76200" cy="1308100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3" name="Text 11"/>
          <p:cNvSpPr/>
          <p:nvPr/>
        </p:nvSpPr>
        <p:spPr>
          <a:xfrm>
            <a:off x="508000" y="2647950"/>
            <a:ext cx="4749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nl-NL" sz="2400" b="1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Infrastructuur</a:t>
            </a:r>
            <a:endParaRPr lang="nl-NL" sz="2400">
              <a:latin typeface="Calibri"/>
              <a:ea typeface="Calibri"/>
              <a:cs typeface="Calibri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79400" y="3708400"/>
            <a:ext cx="5207000" cy="13081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5"/>
            </a:solidFill>
            <a:prstDash val="solid"/>
          </a:ln>
          <a:effectLst>
            <a:outerShdw blurRad="101600" dist="25400" dir="5400000" algn="ctr" rotWithShape="0">
              <a:srgbClr val="1A2D3D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6" name="Shape 14"/>
          <p:cNvSpPr/>
          <p:nvPr/>
        </p:nvSpPr>
        <p:spPr>
          <a:xfrm>
            <a:off x="279400" y="3708400"/>
            <a:ext cx="76200" cy="1308100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7" name="Text 15"/>
          <p:cNvSpPr/>
          <p:nvPr/>
        </p:nvSpPr>
        <p:spPr>
          <a:xfrm>
            <a:off x="508000" y="4108450"/>
            <a:ext cx="4749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nl-NL" sz="2400" b="1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Hardwarelijst</a:t>
            </a:r>
            <a:endParaRPr lang="nl-NL" sz="2400">
              <a:latin typeface="Calibri"/>
              <a:ea typeface="Calibri"/>
              <a:cs typeface="Calibri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79400" y="5168900"/>
            <a:ext cx="5207000" cy="13081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5"/>
            </a:solidFill>
            <a:prstDash val="solid"/>
          </a:ln>
          <a:effectLst>
            <a:outerShdw blurRad="101600" dist="25400" dir="5400000" algn="ctr" rotWithShape="0">
              <a:srgbClr val="1A2D3D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0" name="Shape 18"/>
          <p:cNvSpPr/>
          <p:nvPr/>
        </p:nvSpPr>
        <p:spPr>
          <a:xfrm>
            <a:off x="279400" y="5168900"/>
            <a:ext cx="76200" cy="1308100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1" name="Text 19"/>
          <p:cNvSpPr/>
          <p:nvPr/>
        </p:nvSpPr>
        <p:spPr>
          <a:xfrm>
            <a:off x="508000" y="5568950"/>
            <a:ext cx="4749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nl-NL" sz="2400" b="1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Risicoanalyse</a:t>
            </a:r>
            <a:endParaRPr lang="nl-NL" sz="2400">
              <a:latin typeface="Calibri"/>
              <a:ea typeface="Calibri"/>
              <a:cs typeface="Calibri"/>
            </a:endParaRPr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rcRect r="25844"/>
          <a:stretch/>
        </p:blipFill>
        <p:spPr>
          <a:xfrm>
            <a:off x="5854700" y="787400"/>
            <a:ext cx="6070600" cy="5689600"/>
          </a:xfrm>
          <a:prstGeom prst="rect">
            <a:avLst/>
          </a:prstGeom>
          <a:effectLst>
            <a:outerShdw blurRad="152400" dist="63500" dir="2700000" algn="tl" rotWithShape="0">
              <a:srgbClr val="000000">
                <a:alpha val="2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37735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2047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68194" cy="502920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" name="Text 4"/>
          <p:cNvSpPr/>
          <p:nvPr/>
        </p:nvSpPr>
        <p:spPr>
          <a:xfrm>
            <a:off x="426750" y="91440"/>
            <a:ext cx="109728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NETWERKTOPOLOGIE</a:t>
            </a:r>
            <a:endParaRPr lang="en-US" sz="1400" b="1">
              <a:solidFill>
                <a:srgbClr val="FFFFFF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0B6E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1772900" y="6438900"/>
            <a:ext cx="431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/>
          </a:p>
        </p:txBody>
      </p:sp>
      <p:sp>
        <p:nvSpPr>
          <p:cNvPr id="1000" name="node1000"/>
          <p:cNvSpPr>
            <a:spLocks noGrp="1"/>
          </p:cNvSpPr>
          <p:nvPr/>
        </p:nvSpPr>
        <p:spPr>
          <a:xfrm>
            <a:off x="1587500" y="698500"/>
            <a:ext cx="1905000" cy="533400"/>
          </a:xfrm>
          <a:prstGeom prst="roundRect">
            <a:avLst>
              <a:gd name="adj" fmla="val 16667"/>
            </a:avLst>
          </a:prstGeom>
          <a:solidFill>
            <a:srgbClr val="0B6E8C"/>
          </a:solidFill>
          <a:ln w="9525">
            <a:solidFill>
              <a:srgbClr val="094E66"/>
            </a:solidFill>
          </a:ln>
        </p:spPr>
        <p:txBody>
          <a:bodyPr wrap="square" lIns="355600" tIns="36000" rIns="36000" bIns="36000" anchor="ctr"/>
          <a:lstStyle/>
          <a:p>
            <a:pPr algn="ctr"/>
            <a:r>
              <a:rPr lang="nl-NL" sz="1000" b="1">
                <a:solidFill>
                  <a:srgbClr val="FFFFFF"/>
                </a:solidFill>
              </a:rPr>
              <a:t>ISP-A</a:t>
            </a:r>
          </a:p>
          <a:p>
            <a:pPr algn="ctr"/>
            <a:r>
              <a:rPr lang="nl-NL" sz="800">
                <a:solidFill>
                  <a:srgbClr val="FFFFFF"/>
                </a:solidFill>
              </a:rPr>
              <a:t>VLAN 13 · fysiek</a:t>
            </a:r>
          </a:p>
        </p:txBody>
      </p:sp>
      <p:sp>
        <p:nvSpPr>
          <p:cNvPr id="1001" name="node1001"/>
          <p:cNvSpPr>
            <a:spLocks noGrp="1"/>
          </p:cNvSpPr>
          <p:nvPr/>
        </p:nvSpPr>
        <p:spPr>
          <a:xfrm>
            <a:off x="3810000" y="698500"/>
            <a:ext cx="1905000" cy="533400"/>
          </a:xfrm>
          <a:prstGeom prst="roundRect">
            <a:avLst>
              <a:gd name="adj" fmla="val 16667"/>
            </a:avLst>
          </a:prstGeom>
          <a:solidFill>
            <a:srgbClr val="0B6E8C"/>
          </a:solidFill>
          <a:ln w="9525">
            <a:solidFill>
              <a:srgbClr val="094E66"/>
            </a:solidFill>
          </a:ln>
        </p:spPr>
        <p:txBody>
          <a:bodyPr wrap="square" lIns="355600" tIns="36000" rIns="36000" bIns="36000" anchor="ctr"/>
          <a:lstStyle/>
          <a:p>
            <a:pPr algn="ctr"/>
            <a:r>
              <a:rPr lang="nl-NL" sz="1000" b="1">
                <a:solidFill>
                  <a:srgbClr val="FFFFFF"/>
                </a:solidFill>
              </a:rPr>
              <a:t>ISP-B</a:t>
            </a:r>
          </a:p>
          <a:p>
            <a:pPr algn="ctr"/>
            <a:r>
              <a:rPr lang="nl-NL" sz="800">
                <a:solidFill>
                  <a:srgbClr val="FFFFFF"/>
                </a:solidFill>
              </a:rPr>
              <a:t>VLAN 14 · fysiek</a:t>
            </a:r>
          </a:p>
        </p:txBody>
      </p:sp>
      <p:sp>
        <p:nvSpPr>
          <p:cNvPr id="1002" name="nodeDigi"/>
          <p:cNvSpPr>
            <a:spLocks noGrp="1"/>
          </p:cNvSpPr>
          <p:nvPr/>
        </p:nvSpPr>
        <p:spPr>
          <a:xfrm>
            <a:off x="6032500" y="698500"/>
            <a:ext cx="2159000" cy="533400"/>
          </a:xfrm>
          <a:prstGeom prst="roundRect">
            <a:avLst>
              <a:gd name="adj" fmla="val 16667"/>
            </a:avLst>
          </a:prstGeom>
          <a:solidFill>
            <a:srgbClr val="6B4A92"/>
          </a:solidFill>
          <a:ln w="12700">
            <a:solidFill>
              <a:srgbClr val="4F3370"/>
            </a:solidFill>
          </a:ln>
        </p:spPr>
        <p:txBody>
          <a:bodyPr wrap="square" lIns="355600" tIns="36000" rIns="36000" bIns="36000" anchor="ctr"/>
          <a:lstStyle/>
          <a:p>
            <a:pPr algn="ctr"/>
            <a:r>
              <a:rPr lang="nl-NL" sz="1000" b="1">
                <a:solidFill>
                  <a:srgbClr val="FFFFFF"/>
                </a:solidFill>
              </a:rPr>
              <a:t>Diginetwerk</a:t>
            </a:r>
          </a:p>
          <a:p>
            <a:pPr algn="ctr"/>
            <a:r>
              <a:rPr lang="nl-NL" sz="800">
                <a:solidFill>
                  <a:srgbClr val="FFFFFF"/>
                </a:solidFill>
              </a:rPr>
              <a:t>VLAN 15 · virtueel SD-WAN</a:t>
            </a:r>
          </a:p>
        </p:txBody>
      </p:sp>
      <p:sp>
        <p:nvSpPr>
          <p:cNvPr id="1003" name="node1003"/>
          <p:cNvSpPr>
            <a:spLocks noGrp="1"/>
          </p:cNvSpPr>
          <p:nvPr/>
        </p:nvSpPr>
        <p:spPr>
          <a:xfrm>
            <a:off x="2603500" y="1778000"/>
            <a:ext cx="2222500" cy="78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A2D3D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nl-NL" sz="1000" b="1">
                <a:solidFill>
                  <a:srgbClr val="0E2A47"/>
                </a:solidFill>
              </a:rPr>
              <a:t>Firewall-A</a:t>
            </a:r>
          </a:p>
          <a:p>
            <a:pPr algn="ctr"/>
            <a:r>
              <a:rPr lang="nl-NL" sz="800">
                <a:solidFill>
                  <a:srgbClr val="3A5570"/>
                </a:solidFill>
              </a:rPr>
              <a:t>Actief · SD-WAN</a:t>
            </a:r>
          </a:p>
          <a:p>
            <a:pPr algn="ctr"/>
            <a:r>
              <a:rPr lang="nl-NL" sz="800">
                <a:solidFill>
                  <a:srgbClr val="3A5570"/>
                </a:solidFill>
              </a:rPr>
              <a:t>DHCP per VLAN · DNS-fwd</a:t>
            </a:r>
          </a:p>
        </p:txBody>
      </p:sp>
      <p:sp>
        <p:nvSpPr>
          <p:cNvPr id="1004" name="node1004"/>
          <p:cNvSpPr>
            <a:spLocks noGrp="1"/>
          </p:cNvSpPr>
          <p:nvPr/>
        </p:nvSpPr>
        <p:spPr>
          <a:xfrm>
            <a:off x="5080000" y="1778000"/>
            <a:ext cx="2222500" cy="78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A2D3D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nl-NL" sz="1000" b="1">
                <a:solidFill>
                  <a:srgbClr val="0E2A47"/>
                </a:solidFill>
              </a:rPr>
              <a:t>Firewall-B</a:t>
            </a:r>
          </a:p>
          <a:p>
            <a:pPr algn="ctr"/>
            <a:r>
              <a:rPr lang="nl-NL" sz="800">
                <a:solidFill>
                  <a:srgbClr val="3A5570"/>
                </a:solidFill>
              </a:rPr>
              <a:t>Standby</a:t>
            </a:r>
          </a:p>
          <a:p>
            <a:pPr algn="ctr"/>
            <a:r>
              <a:rPr lang="nl-NL" sz="800">
                <a:solidFill>
                  <a:srgbClr val="3A5570"/>
                </a:solidFill>
              </a:rPr>
              <a:t>HA actief/passief</a:t>
            </a:r>
          </a:p>
        </p:txBody>
      </p:sp>
      <p:sp>
        <p:nvSpPr>
          <p:cNvPr id="1005" name="node1005"/>
          <p:cNvSpPr>
            <a:spLocks noGrp="1"/>
          </p:cNvSpPr>
          <p:nvPr/>
        </p:nvSpPr>
        <p:spPr>
          <a:xfrm>
            <a:off x="8572500" y="1778000"/>
            <a:ext cx="2159000" cy="78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A2D3D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nl-NL" sz="1000" b="1">
                <a:solidFill>
                  <a:srgbClr val="0E2A47"/>
                </a:solidFill>
              </a:rPr>
              <a:t>DMZ switch-stack</a:t>
            </a:r>
          </a:p>
          <a:p>
            <a:pPr algn="ctr"/>
            <a:r>
              <a:rPr lang="nl-NL" sz="800">
                <a:solidFill>
                  <a:srgbClr val="3A5570"/>
                </a:solidFill>
              </a:rPr>
              <a:t>Rack 1 · L2 · VLAN 12</a:t>
            </a:r>
          </a:p>
          <a:p>
            <a:pPr algn="ctr"/>
            <a:r>
              <a:rPr lang="nl-NL" sz="800">
                <a:solidFill>
                  <a:srgbClr val="3A5570"/>
                </a:solidFill>
              </a:rPr>
              <a:t>Direct aan firewall-cluster</a:t>
            </a:r>
          </a:p>
        </p:txBody>
      </p:sp>
      <p:sp>
        <p:nvSpPr>
          <p:cNvPr id="1006" name="node1006"/>
          <p:cNvSpPr>
            <a:spLocks noGrp="1"/>
          </p:cNvSpPr>
          <p:nvPr/>
        </p:nvSpPr>
        <p:spPr>
          <a:xfrm>
            <a:off x="8826500" y="3048000"/>
            <a:ext cx="1651000" cy="482600"/>
          </a:xfrm>
          <a:prstGeom prst="roundRect">
            <a:avLst>
              <a:gd name="adj" fmla="val 12000"/>
            </a:avLst>
          </a:prstGeom>
          <a:solidFill>
            <a:srgbClr val="DCEEF4"/>
          </a:solidFill>
          <a:ln w="9525">
            <a:solidFill>
              <a:srgbClr val="5FA98B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nl-NL" sz="1000" b="1">
                <a:solidFill>
                  <a:srgbClr val="0E2A47"/>
                </a:solidFill>
              </a:rPr>
              <a:t>DMZ servers</a:t>
            </a:r>
          </a:p>
          <a:p>
            <a:pPr algn="ctr"/>
            <a:r>
              <a:rPr lang="nl-NL" sz="800">
                <a:solidFill>
                  <a:srgbClr val="3A5570"/>
                </a:solidFill>
              </a:rPr>
              <a:t>VLAN 12</a:t>
            </a:r>
          </a:p>
        </p:txBody>
      </p:sp>
      <p:sp>
        <p:nvSpPr>
          <p:cNvPr id="1007" name="node1007"/>
          <p:cNvSpPr>
            <a:spLocks noGrp="1"/>
          </p:cNvSpPr>
          <p:nvPr/>
        </p:nvSpPr>
        <p:spPr>
          <a:xfrm>
            <a:off x="3492500" y="3111500"/>
            <a:ext cx="2222500" cy="78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A2D3D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nl-NL" sz="1000" b="1">
                <a:solidFill>
                  <a:srgbClr val="0E2A47"/>
                </a:solidFill>
              </a:rPr>
              <a:t>Core-A</a:t>
            </a:r>
          </a:p>
          <a:p>
            <a:pPr algn="ctr"/>
            <a:r>
              <a:rPr lang="nl-NL" sz="800">
                <a:solidFill>
                  <a:srgbClr val="3A5570"/>
                </a:solidFill>
              </a:rPr>
              <a:t>L3 · HSRP Active · STP root</a:t>
            </a:r>
          </a:p>
          <a:p>
            <a:pPr algn="ctr"/>
            <a:r>
              <a:rPr lang="nl-NL" sz="800">
                <a:solidFill>
                  <a:srgbClr val="3A5570"/>
                </a:solidFill>
              </a:rPr>
              <a:t>Inter-VLAN routing</a:t>
            </a:r>
          </a:p>
        </p:txBody>
      </p:sp>
      <p:sp>
        <p:nvSpPr>
          <p:cNvPr id="1008" name="node1008"/>
          <p:cNvSpPr>
            <a:spLocks noGrp="1"/>
          </p:cNvSpPr>
          <p:nvPr/>
        </p:nvSpPr>
        <p:spPr>
          <a:xfrm>
            <a:off x="6096000" y="3111500"/>
            <a:ext cx="2222500" cy="78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A2D3D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nl-NL" sz="1000" b="1">
                <a:solidFill>
                  <a:srgbClr val="0E2A47"/>
                </a:solidFill>
              </a:rPr>
              <a:t>Core-B</a:t>
            </a:r>
          </a:p>
          <a:p>
            <a:pPr algn="ctr"/>
            <a:r>
              <a:rPr lang="nl-NL" sz="800">
                <a:solidFill>
                  <a:srgbClr val="3A5570"/>
                </a:solidFill>
              </a:rPr>
              <a:t>L3 · HSRP Standby</a:t>
            </a:r>
          </a:p>
          <a:p>
            <a:pPr algn="ctr"/>
            <a:r>
              <a:rPr lang="nl-NL" sz="800">
                <a:solidFill>
                  <a:srgbClr val="3A5570"/>
                </a:solidFill>
              </a:rPr>
              <a:t>Inter-VLAN routing</a:t>
            </a:r>
          </a:p>
        </p:txBody>
      </p:sp>
      <p:sp>
        <p:nvSpPr>
          <p:cNvPr id="1009" name="node1009"/>
          <p:cNvSpPr>
            <a:spLocks noGrp="1"/>
          </p:cNvSpPr>
          <p:nvPr/>
        </p:nvSpPr>
        <p:spPr>
          <a:xfrm>
            <a:off x="1460500" y="4381500"/>
            <a:ext cx="2159000" cy="736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A2D3D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nl-NL" sz="1000" b="1">
                <a:solidFill>
                  <a:srgbClr val="0E2A47"/>
                </a:solidFill>
              </a:rPr>
              <a:t>Server switch-stack</a:t>
            </a:r>
          </a:p>
          <a:p>
            <a:pPr algn="ctr"/>
            <a:r>
              <a:rPr lang="nl-NL" sz="800">
                <a:solidFill>
                  <a:srgbClr val="3A5570"/>
                </a:solidFill>
              </a:rPr>
              <a:t>Rack 2 · L2 · 2× 24p</a:t>
            </a:r>
          </a:p>
          <a:p>
            <a:pPr algn="ctr"/>
            <a:r>
              <a:rPr lang="nl-NL" sz="800">
                <a:solidFill>
                  <a:srgbClr val="3A5570"/>
                </a:solidFill>
              </a:rPr>
              <a:t>VLAN 11 · MGMT VLAN 10</a:t>
            </a:r>
          </a:p>
        </p:txBody>
      </p:sp>
      <p:sp>
        <p:nvSpPr>
          <p:cNvPr id="1010" name="node1010"/>
          <p:cNvSpPr>
            <a:spLocks noGrp="1"/>
          </p:cNvSpPr>
          <p:nvPr/>
        </p:nvSpPr>
        <p:spPr>
          <a:xfrm>
            <a:off x="4254500" y="4381500"/>
            <a:ext cx="2540000" cy="736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A2D3D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nl-NL" sz="1000" b="1">
                <a:solidFill>
                  <a:srgbClr val="0E2A47"/>
                </a:solidFill>
              </a:rPr>
              <a:t>BG-stack · Rack 4</a:t>
            </a:r>
          </a:p>
          <a:p>
            <a:pPr algn="ctr"/>
            <a:r>
              <a:rPr lang="nl-NL" sz="800">
                <a:solidFill>
                  <a:srgbClr val="3A5570"/>
                </a:solidFill>
              </a:rPr>
              <a:t>SW-BG (48p data) + 1× 24p PoE</a:t>
            </a:r>
          </a:p>
          <a:p>
            <a:pPr algn="ctr"/>
            <a:r>
              <a:rPr lang="nl-NL" sz="800">
                <a:solidFill>
                  <a:srgbClr val="3A5570"/>
                </a:solidFill>
              </a:rPr>
              <a:t>+ 4× extra PoE (cam, toegang, VoIP, APs)</a:t>
            </a:r>
          </a:p>
        </p:txBody>
      </p:sp>
      <p:sp>
        <p:nvSpPr>
          <p:cNvPr id="1021" name="node1021"/>
          <p:cNvSpPr>
            <a:spLocks noGrp="1"/>
          </p:cNvSpPr>
          <p:nvPr/>
        </p:nvSpPr>
        <p:spPr>
          <a:xfrm>
            <a:off x="1460500" y="5588000"/>
            <a:ext cx="2159000" cy="508000"/>
          </a:xfrm>
          <a:prstGeom prst="roundRect">
            <a:avLst>
              <a:gd name="adj" fmla="val 12000"/>
            </a:avLst>
          </a:prstGeom>
          <a:solidFill>
            <a:srgbClr val="DCEEF4"/>
          </a:solidFill>
          <a:ln w="9525">
            <a:solidFill>
              <a:srgbClr val="5FA98B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nl-NL" sz="1000" b="1">
                <a:solidFill>
                  <a:srgbClr val="0E2A47"/>
                </a:solidFill>
              </a:rPr>
              <a:t>Servers / NAS</a:t>
            </a:r>
          </a:p>
          <a:p>
            <a:pPr algn="ctr"/>
            <a:r>
              <a:rPr lang="nl-NL" sz="800">
                <a:solidFill>
                  <a:srgbClr val="3A5570"/>
                </a:solidFill>
              </a:rPr>
              <a:t>VLAN 11</a:t>
            </a:r>
          </a:p>
        </p:txBody>
      </p:sp>
      <p:sp>
        <p:nvSpPr>
          <p:cNvPr id="1022" name="node1022"/>
          <p:cNvSpPr>
            <a:spLocks noGrp="1"/>
          </p:cNvSpPr>
          <p:nvPr/>
        </p:nvSpPr>
        <p:spPr>
          <a:xfrm>
            <a:off x="3937000" y="5588000"/>
            <a:ext cx="1397000" cy="711200"/>
          </a:xfrm>
          <a:prstGeom prst="roundRect">
            <a:avLst>
              <a:gd name="adj" fmla="val 12000"/>
            </a:avLst>
          </a:prstGeom>
          <a:solidFill>
            <a:srgbClr val="DCEEF4"/>
          </a:solidFill>
          <a:ln w="9525">
            <a:solidFill>
              <a:srgbClr val="5FA98B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nl-NL" sz="1000" b="1">
                <a:solidFill>
                  <a:srgbClr val="0E2A47"/>
                </a:solidFill>
              </a:rPr>
              <a:t>Publieksbalie</a:t>
            </a:r>
          </a:p>
          <a:p>
            <a:pPr algn="ctr"/>
            <a:r>
              <a:rPr lang="nl-NL" sz="800">
                <a:solidFill>
                  <a:srgbClr val="3A5570"/>
                </a:solidFill>
              </a:rPr>
              <a:t>VLAN 40</a:t>
            </a:r>
          </a:p>
          <a:p>
            <a:pPr algn="ctr"/>
            <a:r>
              <a:rPr lang="nl-NL" sz="800">
                <a:solidFill>
                  <a:srgbClr val="3A5570"/>
                </a:solidFill>
              </a:rPr>
              <a:t>geïsoleerd</a:t>
            </a:r>
          </a:p>
        </p:txBody>
      </p:sp>
      <p:sp>
        <p:nvSpPr>
          <p:cNvPr id="1023" name="node1023"/>
          <p:cNvSpPr>
            <a:spLocks noGrp="1"/>
          </p:cNvSpPr>
          <p:nvPr/>
        </p:nvSpPr>
        <p:spPr>
          <a:xfrm>
            <a:off x="5397500" y="5588000"/>
            <a:ext cx="1397000" cy="711200"/>
          </a:xfrm>
          <a:prstGeom prst="roundRect">
            <a:avLst>
              <a:gd name="adj" fmla="val 12000"/>
            </a:avLst>
          </a:prstGeom>
          <a:solidFill>
            <a:srgbClr val="DCEEF4"/>
          </a:solidFill>
          <a:ln w="9525">
            <a:solidFill>
              <a:srgbClr val="5FA98B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nl-NL" sz="1000" b="1">
                <a:solidFill>
                  <a:srgbClr val="0E2A47"/>
                </a:solidFill>
              </a:rPr>
              <a:t>Toegang · Cam</a:t>
            </a:r>
          </a:p>
          <a:p>
            <a:pPr algn="ctr"/>
            <a:r>
              <a:rPr lang="nl-NL" sz="800">
                <a:solidFill>
                  <a:srgbClr val="3A5570"/>
                </a:solidFill>
              </a:rPr>
              <a:t>VLAN 60 / 70</a:t>
            </a:r>
          </a:p>
          <a:p>
            <a:pPr algn="ctr"/>
            <a:r>
              <a:rPr lang="nl-NL" sz="800">
                <a:solidFill>
                  <a:srgbClr val="3A5570"/>
                </a:solidFill>
              </a:rPr>
              <a:t>gebouwbreed</a:t>
            </a:r>
          </a:p>
        </p:txBody>
      </p:sp>
      <p:sp>
        <p:nvSpPr>
          <p:cNvPr id="1024" name="node1024"/>
          <p:cNvSpPr>
            <a:spLocks noGrp="1"/>
          </p:cNvSpPr>
          <p:nvPr/>
        </p:nvSpPr>
        <p:spPr>
          <a:xfrm>
            <a:off x="6985000" y="5588000"/>
            <a:ext cx="1333500" cy="711200"/>
          </a:xfrm>
          <a:prstGeom prst="roundRect">
            <a:avLst>
              <a:gd name="adj" fmla="val 12000"/>
            </a:avLst>
          </a:prstGeom>
          <a:solidFill>
            <a:srgbClr val="DCEEF4"/>
          </a:solidFill>
          <a:ln w="9525">
            <a:solidFill>
              <a:srgbClr val="5FA98B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nl-NL" sz="1000" b="1">
                <a:solidFill>
                  <a:srgbClr val="0E2A47"/>
                </a:solidFill>
              </a:rPr>
              <a:t>Werkplekken · WiFi</a:t>
            </a:r>
          </a:p>
          <a:p>
            <a:pPr algn="ctr"/>
            <a:r>
              <a:rPr lang="nl-NL" sz="800">
                <a:solidFill>
                  <a:srgbClr val="3A5570"/>
                </a:solidFill>
              </a:rPr>
              <a:t>VLAN 100 / 90</a:t>
            </a:r>
          </a:p>
          <a:p>
            <a:pPr algn="ctr"/>
            <a:r>
              <a:rPr lang="nl-NL" sz="800">
                <a:solidFill>
                  <a:srgbClr val="3A5570"/>
                </a:solidFill>
              </a:rPr>
              <a:t>VoIP 50 · IoT 80</a:t>
            </a:r>
          </a:p>
        </p:txBody>
      </p:sp>
      <p:sp>
        <p:nvSpPr>
          <p:cNvPr id="1025" name="node1025"/>
          <p:cNvSpPr>
            <a:spLocks noGrp="1"/>
          </p:cNvSpPr>
          <p:nvPr/>
        </p:nvSpPr>
        <p:spPr>
          <a:xfrm>
            <a:off x="8445500" y="5588000"/>
            <a:ext cx="1333500" cy="711200"/>
          </a:xfrm>
          <a:prstGeom prst="roundRect">
            <a:avLst>
              <a:gd name="adj" fmla="val 12000"/>
            </a:avLst>
          </a:prstGeom>
          <a:solidFill>
            <a:srgbClr val="DCEEF4"/>
          </a:solidFill>
          <a:ln w="9525">
            <a:solidFill>
              <a:srgbClr val="5FA98B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nl-NL" sz="1000" b="1">
                <a:solidFill>
                  <a:srgbClr val="0E2A47"/>
                </a:solidFill>
              </a:rPr>
              <a:t>Toegang vloeren</a:t>
            </a:r>
          </a:p>
          <a:p>
            <a:pPr algn="ctr"/>
            <a:r>
              <a:rPr lang="nl-NL" sz="800">
                <a:solidFill>
                  <a:srgbClr val="3A5570"/>
                </a:solidFill>
              </a:rPr>
              <a:t>VLAN 60</a:t>
            </a:r>
          </a:p>
          <a:p>
            <a:pPr algn="ctr"/>
            <a:r>
              <a:rPr lang="nl-NL" sz="800">
                <a:solidFill>
                  <a:srgbClr val="3A5570"/>
                </a:solidFill>
              </a:rPr>
              <a:t>ruimtetoegang</a:t>
            </a:r>
          </a:p>
        </p:txBody>
      </p:sp>
      <p:cxnSp>
        <p:nvCxnSpPr>
          <p:cNvPr id="1026" name="ispA_fwA"/>
          <p:cNvCxnSpPr/>
          <p:nvPr/>
        </p:nvCxnSpPr>
        <p:spPr>
          <a:xfrm>
            <a:off x="2540000" y="1231900"/>
            <a:ext cx="1168400" cy="546100"/>
          </a:xfrm>
          <a:prstGeom prst="line">
            <a:avLst/>
          </a:prstGeom>
          <a:ln w="12700" cap="rnd">
            <a:solidFill>
              <a:srgbClr val="0B6E8C"/>
            </a:solidFill>
          </a:ln>
        </p:spPr>
      </p:cxnSp>
      <p:cxnSp>
        <p:nvCxnSpPr>
          <p:cNvPr id="1027" name="ispA_fwB"/>
          <p:cNvCxnSpPr/>
          <p:nvPr/>
        </p:nvCxnSpPr>
        <p:spPr>
          <a:xfrm>
            <a:off x="2540000" y="1231900"/>
            <a:ext cx="3644900" cy="546100"/>
          </a:xfrm>
          <a:prstGeom prst="line">
            <a:avLst/>
          </a:prstGeom>
          <a:ln w="12700" cap="rnd">
            <a:solidFill>
              <a:srgbClr val="0B6E8C"/>
            </a:solidFill>
          </a:ln>
        </p:spPr>
      </p:cxnSp>
      <p:cxnSp>
        <p:nvCxnSpPr>
          <p:cNvPr id="1028" name="ispB_fwA"/>
          <p:cNvCxnSpPr/>
          <p:nvPr/>
        </p:nvCxnSpPr>
        <p:spPr>
          <a:xfrm flipH="1">
            <a:off x="3708400" y="1231900"/>
            <a:ext cx="1054100" cy="546100"/>
          </a:xfrm>
          <a:prstGeom prst="line">
            <a:avLst/>
          </a:prstGeom>
          <a:ln w="12700" cap="rnd">
            <a:solidFill>
              <a:srgbClr val="0B6E8C"/>
            </a:solidFill>
          </a:ln>
        </p:spPr>
      </p:cxnSp>
      <p:cxnSp>
        <p:nvCxnSpPr>
          <p:cNvPr id="1029" name="ispB_fwB"/>
          <p:cNvCxnSpPr/>
          <p:nvPr/>
        </p:nvCxnSpPr>
        <p:spPr>
          <a:xfrm>
            <a:off x="4762500" y="1231900"/>
            <a:ext cx="1422400" cy="546100"/>
          </a:xfrm>
          <a:prstGeom prst="line">
            <a:avLst/>
          </a:prstGeom>
          <a:ln w="12700" cap="rnd">
            <a:solidFill>
              <a:srgbClr val="0B6E8C"/>
            </a:solidFill>
          </a:ln>
        </p:spPr>
      </p:cxnSp>
      <p:cxnSp>
        <p:nvCxnSpPr>
          <p:cNvPr id="1030" name="digi_fwA"/>
          <p:cNvCxnSpPr/>
          <p:nvPr/>
        </p:nvCxnSpPr>
        <p:spPr>
          <a:xfrm flipH="1">
            <a:off x="3708400" y="1231900"/>
            <a:ext cx="3403600" cy="546100"/>
          </a:xfrm>
          <a:prstGeom prst="line">
            <a:avLst/>
          </a:prstGeom>
          <a:ln w="12700" cap="rnd">
            <a:solidFill>
              <a:srgbClr val="8E5BB8"/>
            </a:solidFill>
            <a:prstDash val="dash"/>
          </a:ln>
        </p:spPr>
      </p:cxnSp>
      <p:cxnSp>
        <p:nvCxnSpPr>
          <p:cNvPr id="1031" name="digi_fwB"/>
          <p:cNvCxnSpPr/>
          <p:nvPr/>
        </p:nvCxnSpPr>
        <p:spPr>
          <a:xfrm flipH="1">
            <a:off x="6184900" y="1231900"/>
            <a:ext cx="927100" cy="546100"/>
          </a:xfrm>
          <a:prstGeom prst="line">
            <a:avLst/>
          </a:prstGeom>
          <a:ln w="12700" cap="rnd">
            <a:solidFill>
              <a:srgbClr val="8E5BB8"/>
            </a:solidFill>
            <a:prstDash val="dash"/>
          </a:ln>
        </p:spPr>
      </p:cxnSp>
      <p:cxnSp>
        <p:nvCxnSpPr>
          <p:cNvPr id="1032" name="fw_ha"/>
          <p:cNvCxnSpPr/>
          <p:nvPr/>
        </p:nvCxnSpPr>
        <p:spPr>
          <a:xfrm>
            <a:off x="4826000" y="2171700"/>
            <a:ext cx="254000" cy="0"/>
          </a:xfrm>
          <a:prstGeom prst="line">
            <a:avLst/>
          </a:prstGeom>
          <a:ln w="9525" cap="rnd">
            <a:solidFill>
              <a:srgbClr val="6B8FA3"/>
            </a:solidFill>
            <a:prstDash val="dash"/>
          </a:ln>
        </p:spPr>
      </p:cxnSp>
      <p:sp>
        <p:nvSpPr>
          <p:cNvPr id="1033" name="lbl1033"/>
          <p:cNvSpPr txBox="1"/>
          <p:nvPr/>
        </p:nvSpPr>
        <p:spPr>
          <a:xfrm>
            <a:off x="4635500" y="2209800"/>
            <a:ext cx="6350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nl-NL" sz="700">
                <a:solidFill>
                  <a:srgbClr val="8895A8"/>
                </a:solidFill>
              </a:rPr>
              <a:t>HA</a:t>
            </a:r>
          </a:p>
        </p:txBody>
      </p:sp>
      <p:cxnSp>
        <p:nvCxnSpPr>
          <p:cNvPr id="1034" name="fwA_coreA"/>
          <p:cNvCxnSpPr/>
          <p:nvPr/>
        </p:nvCxnSpPr>
        <p:spPr>
          <a:xfrm>
            <a:off x="3708400" y="2565400"/>
            <a:ext cx="889000" cy="546100"/>
          </a:xfrm>
          <a:prstGeom prst="line">
            <a:avLst/>
          </a:prstGeom>
          <a:ln w="12700" cap="rnd">
            <a:solidFill>
              <a:srgbClr val="0B6E8C"/>
            </a:solidFill>
          </a:ln>
        </p:spPr>
      </p:cxnSp>
      <p:cxnSp>
        <p:nvCxnSpPr>
          <p:cNvPr id="1035" name="fwA_coreB"/>
          <p:cNvCxnSpPr/>
          <p:nvPr/>
        </p:nvCxnSpPr>
        <p:spPr>
          <a:xfrm>
            <a:off x="3708400" y="2565400"/>
            <a:ext cx="3492500" cy="546100"/>
          </a:xfrm>
          <a:prstGeom prst="line">
            <a:avLst/>
          </a:prstGeom>
          <a:ln w="12700" cap="rnd">
            <a:solidFill>
              <a:srgbClr val="0B6E8C"/>
            </a:solidFill>
          </a:ln>
        </p:spPr>
      </p:cxnSp>
      <p:cxnSp>
        <p:nvCxnSpPr>
          <p:cNvPr id="1036" name="fwB_coreA"/>
          <p:cNvCxnSpPr/>
          <p:nvPr/>
        </p:nvCxnSpPr>
        <p:spPr>
          <a:xfrm flipH="1">
            <a:off x="4597400" y="2565400"/>
            <a:ext cx="1587500" cy="546100"/>
          </a:xfrm>
          <a:prstGeom prst="line">
            <a:avLst/>
          </a:prstGeom>
          <a:ln w="12700" cap="rnd">
            <a:solidFill>
              <a:srgbClr val="0B6E8C"/>
            </a:solidFill>
          </a:ln>
        </p:spPr>
      </p:cxnSp>
      <p:cxnSp>
        <p:nvCxnSpPr>
          <p:cNvPr id="1037" name="fwB_coreB"/>
          <p:cNvCxnSpPr/>
          <p:nvPr/>
        </p:nvCxnSpPr>
        <p:spPr>
          <a:xfrm>
            <a:off x="6184900" y="2565400"/>
            <a:ext cx="1016000" cy="546100"/>
          </a:xfrm>
          <a:prstGeom prst="line">
            <a:avLst/>
          </a:prstGeom>
          <a:ln w="12700" cap="rnd">
            <a:solidFill>
              <a:srgbClr val="0B6E8C"/>
            </a:solidFill>
          </a:ln>
        </p:spPr>
      </p:cxnSp>
      <p:cxnSp>
        <p:nvCxnSpPr>
          <p:cNvPr id="1039" name="fwB_dmz_alt"/>
          <p:cNvCxnSpPr/>
          <p:nvPr/>
        </p:nvCxnSpPr>
        <p:spPr>
          <a:xfrm>
            <a:off x="7302500" y="2171700"/>
            <a:ext cx="1270000" cy="0"/>
          </a:xfrm>
          <a:prstGeom prst="line">
            <a:avLst/>
          </a:prstGeom>
          <a:ln w="12700" cap="rnd">
            <a:solidFill>
              <a:srgbClr val="0B6E8C"/>
            </a:solidFill>
          </a:ln>
        </p:spPr>
      </p:cxnSp>
      <p:cxnSp>
        <p:nvCxnSpPr>
          <p:cNvPr id="1040" name="dmz_servers"/>
          <p:cNvCxnSpPr/>
          <p:nvPr/>
        </p:nvCxnSpPr>
        <p:spPr>
          <a:xfrm>
            <a:off x="9652000" y="2565400"/>
            <a:ext cx="0" cy="228600"/>
          </a:xfrm>
          <a:prstGeom prst="line">
            <a:avLst/>
          </a:prstGeom>
          <a:ln w="12700" cap="rnd">
            <a:solidFill>
              <a:srgbClr val="0B6E8C"/>
            </a:solidFill>
          </a:ln>
        </p:spPr>
      </p:cxnSp>
      <p:cxnSp>
        <p:nvCxnSpPr>
          <p:cNvPr id="1041" name="core_hsrp"/>
          <p:cNvCxnSpPr/>
          <p:nvPr/>
        </p:nvCxnSpPr>
        <p:spPr>
          <a:xfrm>
            <a:off x="5715000" y="3505200"/>
            <a:ext cx="381000" cy="0"/>
          </a:xfrm>
          <a:prstGeom prst="line">
            <a:avLst/>
          </a:prstGeom>
          <a:ln w="9525" cap="rnd">
            <a:solidFill>
              <a:srgbClr val="6B8FA3"/>
            </a:solidFill>
            <a:prstDash val="dash"/>
          </a:ln>
        </p:spPr>
      </p:cxnSp>
      <p:sp>
        <p:nvSpPr>
          <p:cNvPr id="1042" name="lbl1042"/>
          <p:cNvSpPr txBox="1"/>
          <p:nvPr/>
        </p:nvSpPr>
        <p:spPr>
          <a:xfrm>
            <a:off x="5588000" y="3581400"/>
            <a:ext cx="6350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nl-NL" sz="700">
                <a:solidFill>
                  <a:srgbClr val="8895A8"/>
                </a:solidFill>
              </a:rPr>
              <a:t>HSRP</a:t>
            </a:r>
          </a:p>
        </p:txBody>
      </p:sp>
      <p:cxnSp>
        <p:nvCxnSpPr>
          <p:cNvPr id="1043" name="cA_serv"/>
          <p:cNvCxnSpPr/>
          <p:nvPr/>
        </p:nvCxnSpPr>
        <p:spPr>
          <a:xfrm flipH="1">
            <a:off x="2540000" y="3898900"/>
            <a:ext cx="2057400" cy="482600"/>
          </a:xfrm>
          <a:prstGeom prst="line">
            <a:avLst/>
          </a:prstGeom>
          <a:ln w="12700" cap="rnd">
            <a:solidFill>
              <a:srgbClr val="0B6E8C"/>
            </a:solidFill>
          </a:ln>
        </p:spPr>
      </p:cxnSp>
      <p:cxnSp>
        <p:nvCxnSpPr>
          <p:cNvPr id="1044" name="cA_bg"/>
          <p:cNvCxnSpPr/>
          <p:nvPr/>
        </p:nvCxnSpPr>
        <p:spPr>
          <a:xfrm>
            <a:off x="4597400" y="3898900"/>
            <a:ext cx="927100" cy="482600"/>
          </a:xfrm>
          <a:prstGeom prst="line">
            <a:avLst/>
          </a:prstGeom>
          <a:ln w="12700" cap="rnd">
            <a:solidFill>
              <a:srgbClr val="0B6E8C"/>
            </a:solidFill>
          </a:ln>
        </p:spPr>
      </p:cxnSp>
      <p:cxnSp>
        <p:nvCxnSpPr>
          <p:cNvPr id="1045" name="cA_nk"/>
          <p:cNvCxnSpPr/>
          <p:nvPr/>
        </p:nvCxnSpPr>
        <p:spPr>
          <a:xfrm>
            <a:off x="4597400" y="3898900"/>
            <a:ext cx="4260850" cy="673100"/>
          </a:xfrm>
          <a:prstGeom prst="line">
            <a:avLst/>
          </a:prstGeom>
          <a:ln w="12700" cap="rnd">
            <a:solidFill>
              <a:srgbClr val="0B6E8C"/>
            </a:solidFill>
          </a:ln>
        </p:spPr>
      </p:cxnSp>
      <p:cxnSp>
        <p:nvCxnSpPr>
          <p:cNvPr id="1046" name="cB_serv"/>
          <p:cNvCxnSpPr/>
          <p:nvPr/>
        </p:nvCxnSpPr>
        <p:spPr>
          <a:xfrm flipH="1">
            <a:off x="2540000" y="3898900"/>
            <a:ext cx="4660900" cy="482600"/>
          </a:xfrm>
          <a:prstGeom prst="line">
            <a:avLst/>
          </a:prstGeom>
          <a:ln w="9525" cap="rnd">
            <a:solidFill>
              <a:srgbClr val="6B8FA3"/>
            </a:solidFill>
            <a:prstDash val="dash"/>
          </a:ln>
        </p:spPr>
      </p:cxnSp>
      <p:cxnSp>
        <p:nvCxnSpPr>
          <p:cNvPr id="1047" name="cB_bg"/>
          <p:cNvCxnSpPr/>
          <p:nvPr/>
        </p:nvCxnSpPr>
        <p:spPr>
          <a:xfrm flipH="1">
            <a:off x="5524500" y="3898900"/>
            <a:ext cx="1676400" cy="482600"/>
          </a:xfrm>
          <a:prstGeom prst="line">
            <a:avLst/>
          </a:prstGeom>
          <a:ln w="9525" cap="rnd">
            <a:solidFill>
              <a:srgbClr val="6B8FA3"/>
            </a:solidFill>
            <a:prstDash val="dash"/>
          </a:ln>
        </p:spPr>
      </p:cxnSp>
      <p:cxnSp>
        <p:nvCxnSpPr>
          <p:cNvPr id="1048" name="cB_nk"/>
          <p:cNvCxnSpPr/>
          <p:nvPr/>
        </p:nvCxnSpPr>
        <p:spPr>
          <a:xfrm>
            <a:off x="7200900" y="3898900"/>
            <a:ext cx="1657350" cy="673100"/>
          </a:xfrm>
          <a:prstGeom prst="line">
            <a:avLst/>
          </a:prstGeom>
          <a:ln w="9525" cap="rnd">
            <a:solidFill>
              <a:srgbClr val="6B8FA3"/>
            </a:solidFill>
            <a:prstDash val="dash"/>
          </a:ln>
        </p:spPr>
      </p:cxnSp>
      <p:sp>
        <p:nvSpPr>
          <p:cNvPr id="1049" name="lbl1049"/>
          <p:cNvSpPr txBox="1"/>
          <p:nvPr/>
        </p:nvSpPr>
        <p:spPr>
          <a:xfrm>
            <a:off x="7556500" y="3962400"/>
            <a:ext cx="13970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nl-NL" sz="700">
                <a:solidFill>
                  <a:srgbClr val="1F4E79"/>
                </a:solidFill>
              </a:rPr>
              <a:t>20× OM4 fiber</a:t>
            </a:r>
          </a:p>
        </p:txBody>
      </p:sp>
      <p:cxnSp>
        <p:nvCxnSpPr>
          <p:cNvPr id="1050" name="serv_leaf"/>
          <p:cNvCxnSpPr/>
          <p:nvPr/>
        </p:nvCxnSpPr>
        <p:spPr>
          <a:xfrm>
            <a:off x="2540000" y="5118100"/>
            <a:ext cx="0" cy="469900"/>
          </a:xfrm>
          <a:prstGeom prst="line">
            <a:avLst/>
          </a:prstGeom>
          <a:ln w="12700" cap="rnd">
            <a:solidFill>
              <a:srgbClr val="0B6E8C"/>
            </a:solidFill>
          </a:ln>
        </p:spPr>
      </p:cxnSp>
      <p:cxnSp>
        <p:nvCxnSpPr>
          <p:cNvPr id="1051" name="bg_leaf1"/>
          <p:cNvCxnSpPr/>
          <p:nvPr/>
        </p:nvCxnSpPr>
        <p:spPr>
          <a:xfrm flipH="1">
            <a:off x="4635500" y="5118100"/>
            <a:ext cx="889000" cy="469900"/>
          </a:xfrm>
          <a:prstGeom prst="line">
            <a:avLst/>
          </a:prstGeom>
          <a:ln w="12700" cap="rnd">
            <a:solidFill>
              <a:srgbClr val="0B6E8C"/>
            </a:solidFill>
          </a:ln>
        </p:spPr>
      </p:cxnSp>
      <p:cxnSp>
        <p:nvCxnSpPr>
          <p:cNvPr id="1052" name="bg_leaf2"/>
          <p:cNvCxnSpPr/>
          <p:nvPr/>
        </p:nvCxnSpPr>
        <p:spPr>
          <a:xfrm>
            <a:off x="5524500" y="5118100"/>
            <a:ext cx="571500" cy="469900"/>
          </a:xfrm>
          <a:prstGeom prst="line">
            <a:avLst/>
          </a:prstGeom>
          <a:ln w="12700" cap="rnd">
            <a:solidFill>
              <a:srgbClr val="0B6E8C"/>
            </a:solidFill>
          </a:ln>
        </p:spPr>
      </p:cxnSp>
      <p:cxnSp>
        <p:nvCxnSpPr>
          <p:cNvPr id="1053" name="nk_leaf1"/>
          <p:cNvCxnSpPr/>
          <p:nvPr/>
        </p:nvCxnSpPr>
        <p:spPr>
          <a:xfrm flipH="1">
            <a:off x="7645400" y="5461000"/>
            <a:ext cx="1212850" cy="127000"/>
          </a:xfrm>
          <a:prstGeom prst="line">
            <a:avLst/>
          </a:prstGeom>
          <a:ln w="12700" cap="rnd">
            <a:solidFill>
              <a:srgbClr val="0B6E8C"/>
            </a:solidFill>
          </a:ln>
        </p:spPr>
      </p:cxnSp>
      <p:cxnSp>
        <p:nvCxnSpPr>
          <p:cNvPr id="1054" name="nk_leaf2"/>
          <p:cNvCxnSpPr/>
          <p:nvPr/>
        </p:nvCxnSpPr>
        <p:spPr>
          <a:xfrm>
            <a:off x="8858250" y="5461000"/>
            <a:ext cx="247650" cy="127000"/>
          </a:xfrm>
          <a:prstGeom prst="line">
            <a:avLst/>
          </a:prstGeom>
          <a:ln w="12700" cap="rnd">
            <a:solidFill>
              <a:srgbClr val="0B6E8C"/>
            </a:solidFill>
          </a:ln>
        </p:spPr>
      </p:cxnSp>
      <p:sp>
        <p:nvSpPr>
          <p:cNvPr id="2000" name="nkbg2000"/>
          <p:cNvSpPr>
            <a:spLocks noGrp="1"/>
          </p:cNvSpPr>
          <p:nvPr/>
        </p:nvSpPr>
        <p:spPr>
          <a:xfrm>
            <a:off x="7905750" y="4286250"/>
            <a:ext cx="2476500" cy="88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8D3DE"/>
            </a:solidFill>
          </a:ln>
        </p:spPr>
        <p:txBody>
          <a:bodyPr wrap="square" lIns="36000" tIns="36000" rIns="36000" bIns="36000" anchor="ctr"/>
          <a:lstStyle/>
          <a:p>
            <a:endParaRPr/>
          </a:p>
        </p:txBody>
      </p:sp>
      <p:sp>
        <p:nvSpPr>
          <p:cNvPr id="2001" name="nkbg2001"/>
          <p:cNvSpPr>
            <a:spLocks noGrp="1"/>
          </p:cNvSpPr>
          <p:nvPr/>
        </p:nvSpPr>
        <p:spPr>
          <a:xfrm>
            <a:off x="7874000" y="4318000"/>
            <a:ext cx="2476500" cy="88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8D3DE"/>
            </a:solidFill>
          </a:ln>
        </p:spPr>
        <p:txBody>
          <a:bodyPr wrap="square" lIns="36000" tIns="36000" rIns="36000" bIns="36000" anchor="ctr"/>
          <a:lstStyle/>
          <a:p>
            <a:endParaRPr/>
          </a:p>
        </p:txBody>
      </p:sp>
      <p:sp>
        <p:nvSpPr>
          <p:cNvPr id="2002" name="nkbg2002"/>
          <p:cNvSpPr>
            <a:spLocks noGrp="1"/>
          </p:cNvSpPr>
          <p:nvPr/>
        </p:nvSpPr>
        <p:spPr>
          <a:xfrm>
            <a:off x="7842250" y="4349750"/>
            <a:ext cx="2476500" cy="88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8D3DE"/>
            </a:solidFill>
          </a:ln>
        </p:spPr>
        <p:txBody>
          <a:bodyPr wrap="square" lIns="36000" tIns="36000" rIns="36000" bIns="36000" anchor="ctr"/>
          <a:lstStyle/>
          <a:p>
            <a:endParaRPr/>
          </a:p>
        </p:txBody>
      </p:sp>
      <p:sp>
        <p:nvSpPr>
          <p:cNvPr id="2003" name="nkbg2003"/>
          <p:cNvSpPr>
            <a:spLocks noGrp="1"/>
          </p:cNvSpPr>
          <p:nvPr/>
        </p:nvSpPr>
        <p:spPr>
          <a:xfrm>
            <a:off x="7810500" y="4381500"/>
            <a:ext cx="2476500" cy="88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8D3DE"/>
            </a:solidFill>
          </a:ln>
        </p:spPr>
        <p:txBody>
          <a:bodyPr wrap="square" lIns="36000" tIns="36000" rIns="36000" bIns="36000" anchor="ctr"/>
          <a:lstStyle/>
          <a:p>
            <a:endParaRPr/>
          </a:p>
        </p:txBody>
      </p:sp>
      <p:sp>
        <p:nvSpPr>
          <p:cNvPr id="2004" name="nkbg2004"/>
          <p:cNvSpPr>
            <a:spLocks noGrp="1"/>
          </p:cNvSpPr>
          <p:nvPr/>
        </p:nvSpPr>
        <p:spPr>
          <a:xfrm>
            <a:off x="7778750" y="4413250"/>
            <a:ext cx="2476500" cy="88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8D3DE"/>
            </a:solidFill>
          </a:ln>
        </p:spPr>
        <p:txBody>
          <a:bodyPr wrap="square" lIns="36000" tIns="36000" rIns="36000" bIns="36000" anchor="ctr"/>
          <a:lstStyle/>
          <a:p>
            <a:endParaRPr/>
          </a:p>
        </p:txBody>
      </p:sp>
      <p:sp>
        <p:nvSpPr>
          <p:cNvPr id="2005" name="nkbg2005"/>
          <p:cNvSpPr>
            <a:spLocks noGrp="1"/>
          </p:cNvSpPr>
          <p:nvPr/>
        </p:nvSpPr>
        <p:spPr>
          <a:xfrm>
            <a:off x="7747000" y="4445000"/>
            <a:ext cx="2476500" cy="88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8D3DE"/>
            </a:solidFill>
          </a:ln>
        </p:spPr>
        <p:txBody>
          <a:bodyPr wrap="square" lIns="36000" tIns="36000" rIns="36000" bIns="36000" anchor="ctr"/>
          <a:lstStyle/>
          <a:p>
            <a:endParaRPr/>
          </a:p>
        </p:txBody>
      </p:sp>
      <p:sp>
        <p:nvSpPr>
          <p:cNvPr id="2006" name="nkbg2006"/>
          <p:cNvSpPr>
            <a:spLocks noGrp="1"/>
          </p:cNvSpPr>
          <p:nvPr/>
        </p:nvSpPr>
        <p:spPr>
          <a:xfrm>
            <a:off x="7715250" y="4476750"/>
            <a:ext cx="2476500" cy="88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8D3DE"/>
            </a:solidFill>
          </a:ln>
        </p:spPr>
        <p:txBody>
          <a:bodyPr wrap="square" lIns="36000" tIns="36000" rIns="36000" bIns="36000" anchor="ctr"/>
          <a:lstStyle/>
          <a:p>
            <a:endParaRPr/>
          </a:p>
        </p:txBody>
      </p:sp>
      <p:sp>
        <p:nvSpPr>
          <p:cNvPr id="2007" name="nkbg2007"/>
          <p:cNvSpPr>
            <a:spLocks noGrp="1"/>
          </p:cNvSpPr>
          <p:nvPr/>
        </p:nvSpPr>
        <p:spPr>
          <a:xfrm>
            <a:off x="7683500" y="4508500"/>
            <a:ext cx="2476500" cy="88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8D3DE"/>
            </a:solidFill>
          </a:ln>
        </p:spPr>
        <p:txBody>
          <a:bodyPr wrap="square" lIns="36000" tIns="36000" rIns="36000" bIns="36000" anchor="ctr"/>
          <a:lstStyle/>
          <a:p>
            <a:endParaRPr/>
          </a:p>
        </p:txBody>
      </p:sp>
      <p:sp>
        <p:nvSpPr>
          <p:cNvPr id="2008" name="nkbg2008"/>
          <p:cNvSpPr>
            <a:spLocks noGrp="1"/>
          </p:cNvSpPr>
          <p:nvPr/>
        </p:nvSpPr>
        <p:spPr>
          <a:xfrm>
            <a:off x="7651750" y="4540250"/>
            <a:ext cx="2476500" cy="88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8D3DE"/>
            </a:solidFill>
          </a:ln>
        </p:spPr>
        <p:txBody>
          <a:bodyPr wrap="square" lIns="36000" tIns="36000" rIns="36000" bIns="36000" anchor="ctr"/>
          <a:lstStyle/>
          <a:p>
            <a:endParaRPr/>
          </a:p>
        </p:txBody>
      </p:sp>
      <p:sp>
        <p:nvSpPr>
          <p:cNvPr id="2009" name="nkfront2009"/>
          <p:cNvSpPr>
            <a:spLocks noGrp="1"/>
          </p:cNvSpPr>
          <p:nvPr/>
        </p:nvSpPr>
        <p:spPr>
          <a:xfrm>
            <a:off x="7620000" y="4572000"/>
            <a:ext cx="2476500" cy="88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A2D3D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nl-NL" sz="1000" b="1">
                <a:solidFill>
                  <a:srgbClr val="0E2A47"/>
                </a:solidFill>
              </a:rPr>
              <a:t>NK access-stacks · 10×</a:t>
            </a:r>
          </a:p>
          <a:p>
            <a:pPr algn="ctr"/>
            <a:r>
              <a:rPr lang="nl-NL" sz="800">
                <a:solidFill>
                  <a:srgbClr val="3A5570"/>
                </a:solidFill>
              </a:rPr>
              <a:t>NK-A + NK-B per etage E1–E5</a:t>
            </a:r>
          </a:p>
          <a:p>
            <a:pPr algn="ctr"/>
            <a:r>
              <a:rPr lang="nl-NL" sz="800">
                <a:solidFill>
                  <a:srgbClr val="3A5570"/>
                </a:solidFill>
              </a:rPr>
              <a:t>Elke NK: 2× 48p data + 1× 24p PoE</a:t>
            </a:r>
          </a:p>
          <a:p>
            <a:pPr algn="ctr"/>
            <a:r>
              <a:rPr lang="nl-NL" sz="800">
                <a:solidFill>
                  <a:srgbClr val="3A5570"/>
                </a:solidFill>
              </a:rPr>
              <a:t>20× OM4 fiber-uplinks (2 per NK)</a:t>
            </a:r>
          </a:p>
        </p:txBody>
      </p:sp>
      <p:cxnSp>
        <p:nvCxnSpPr>
          <p:cNvPr id="2010" name="dmzServLink"/>
          <p:cNvCxnSpPr/>
          <p:nvPr/>
        </p:nvCxnSpPr>
        <p:spPr>
          <a:xfrm>
            <a:off x="9652000" y="2565400"/>
            <a:ext cx="0" cy="482600"/>
          </a:xfrm>
          <a:prstGeom prst="line">
            <a:avLst/>
          </a:prstGeom>
          <a:ln w="12700" cap="rnd">
            <a:solidFill>
              <a:srgbClr val="0B6E8C"/>
            </a:solidFill>
          </a:ln>
        </p:spPr>
      </p:cxnSp>
      <p:sp>
        <p:nvSpPr>
          <p:cNvPr id="1100" name="wanCloud1100"/>
          <p:cNvSpPr/>
          <p:nvPr/>
        </p:nvSpPr>
        <p:spPr>
          <a:xfrm>
            <a:off x="1689100" y="863600"/>
            <a:ext cx="304800" cy="203200"/>
          </a:xfrm>
          <a:prstGeom prst="cloud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101" name="wanCloud1101"/>
          <p:cNvSpPr/>
          <p:nvPr/>
        </p:nvSpPr>
        <p:spPr>
          <a:xfrm>
            <a:off x="3911600" y="863600"/>
            <a:ext cx="304800" cy="203200"/>
          </a:xfrm>
          <a:prstGeom prst="cloud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102" name="wanCloud1102"/>
          <p:cNvSpPr/>
          <p:nvPr/>
        </p:nvSpPr>
        <p:spPr>
          <a:xfrm>
            <a:off x="6134100" y="863600"/>
            <a:ext cx="304800" cy="203200"/>
          </a:xfrm>
          <a:prstGeom prst="cloud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none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6806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68194" cy="502920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/>
          <p:cNvSpPr/>
          <p:nvPr/>
        </p:nvSpPr>
        <p:spPr>
          <a:xfrm>
            <a:off x="-25685" y="6805568"/>
            <a:ext cx="12161520" cy="50292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11798500" y="6455938"/>
            <a:ext cx="426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426750" y="9144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STRUCTUUR</a:t>
            </a:r>
            <a:endParaRPr lang="en-US" sz="1400"/>
          </a:p>
        </p:txBody>
      </p:sp>
      <p:sp>
        <p:nvSpPr>
          <p:cNvPr id="200" name="box200"/>
          <p:cNvSpPr>
            <a:spLocks noGrp="1"/>
          </p:cNvSpPr>
          <p:nvPr/>
        </p:nvSpPr>
        <p:spPr>
          <a:xfrm>
            <a:off x="3098800" y="1651000"/>
            <a:ext cx="1651000" cy="762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8EEF5"/>
            </a:solidFill>
          </a:ln>
          <a:effectLst>
            <a:outerShdw blurRad="101600" dist="25400" dir="5400000" algn="ctr" rotWithShape="0">
              <a:srgbClr val="1A2D3D">
                <a:alpha val="10000"/>
              </a:srgbClr>
            </a:outerShdw>
          </a:effectLst>
        </p:spPr>
        <p:txBody>
          <a:bodyPr lIns="60960" tIns="60960" rIns="60960" bIns="60960" anchor="ctr"/>
          <a:lstStyle/>
          <a:p>
            <a:pPr algn="ctr">
              <a:buNone/>
            </a:pPr>
            <a:r>
              <a:rPr lang="nl-NL" sz="1400" b="0">
                <a:solidFill>
                  <a:srgbClr val="1A2D3D"/>
                </a:solidFill>
                <a:latin typeface="Calibri"/>
              </a:rPr>
              <a:t>Internet</a:t>
            </a:r>
          </a:p>
        </p:txBody>
      </p:sp>
      <p:sp>
        <p:nvSpPr>
          <p:cNvPr id="201" name="box201"/>
          <p:cNvSpPr>
            <a:spLocks noGrp="1"/>
          </p:cNvSpPr>
          <p:nvPr/>
        </p:nvSpPr>
        <p:spPr>
          <a:xfrm>
            <a:off x="5257800" y="1651000"/>
            <a:ext cx="1651000" cy="762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8EEF5"/>
            </a:solidFill>
          </a:ln>
          <a:effectLst>
            <a:outerShdw blurRad="101600" dist="25400" dir="5400000" algn="ctr" rotWithShape="0">
              <a:srgbClr val="1A2D3D">
                <a:alpha val="10000"/>
              </a:srgbClr>
            </a:outerShdw>
          </a:effectLst>
        </p:spPr>
        <p:txBody>
          <a:bodyPr lIns="60960" tIns="60960" rIns="60960" bIns="60960" anchor="ctr"/>
          <a:lstStyle/>
          <a:p>
            <a:pPr algn="ctr">
              <a:buNone/>
            </a:pPr>
            <a:r>
              <a:rPr lang="nl-NL" sz="1400" b="0">
                <a:latin typeface="Calibri"/>
              </a:rPr>
              <a:t>Firewall</a:t>
            </a:r>
          </a:p>
        </p:txBody>
      </p:sp>
      <p:sp>
        <p:nvSpPr>
          <p:cNvPr id="202" name="box202"/>
          <p:cNvSpPr>
            <a:spLocks noGrp="1"/>
          </p:cNvSpPr>
          <p:nvPr/>
        </p:nvSpPr>
        <p:spPr>
          <a:xfrm>
            <a:off x="7416800" y="1651000"/>
            <a:ext cx="1651000" cy="762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8EEF5"/>
            </a:solidFill>
          </a:ln>
          <a:effectLst>
            <a:outerShdw blurRad="101600" dist="25400" dir="5400000" algn="ctr" rotWithShape="0">
              <a:srgbClr val="1A2D3D">
                <a:alpha val="10000"/>
              </a:srgbClr>
            </a:outerShdw>
          </a:effectLst>
        </p:spPr>
        <p:txBody>
          <a:bodyPr lIns="60960" tIns="60960" rIns="60960" bIns="60960" anchor="ctr"/>
          <a:lstStyle/>
          <a:p>
            <a:pPr algn="ctr">
              <a:buNone/>
            </a:pPr>
            <a:r>
              <a:rPr lang="nl-NL" sz="1400" b="0">
                <a:solidFill>
                  <a:srgbClr val="1A2D3D"/>
                </a:solidFill>
                <a:latin typeface="Calibri"/>
              </a:rPr>
              <a:t>Core switch</a:t>
            </a:r>
          </a:p>
        </p:txBody>
      </p:sp>
      <p:sp>
        <p:nvSpPr>
          <p:cNvPr id="210" name="arrow210"/>
          <p:cNvSpPr>
            <a:spLocks noGrp="1"/>
          </p:cNvSpPr>
          <p:nvPr/>
        </p:nvSpPr>
        <p:spPr>
          <a:xfrm>
            <a:off x="4749800" y="2032000"/>
            <a:ext cx="508000" cy="12700"/>
          </a:xfrm>
          <a:prstGeom prst="line">
            <a:avLst/>
          </a:prstGeom>
          <a:noFill/>
          <a:ln w="19050">
            <a:solidFill>
              <a:srgbClr val="0B6E8C"/>
            </a:solidFill>
            <a:tailEnd type="arrow" w="med" len="med"/>
          </a:ln>
        </p:spPr>
        <p:txBody>
          <a:bodyPr/>
          <a:lstStyle/>
          <a:p>
            <a:endParaRPr/>
          </a:p>
        </p:txBody>
      </p:sp>
      <p:sp>
        <p:nvSpPr>
          <p:cNvPr id="211" name="arrow211"/>
          <p:cNvSpPr>
            <a:spLocks noGrp="1"/>
          </p:cNvSpPr>
          <p:nvPr/>
        </p:nvSpPr>
        <p:spPr>
          <a:xfrm>
            <a:off x="6908800" y="2032000"/>
            <a:ext cx="508000" cy="12700"/>
          </a:xfrm>
          <a:prstGeom prst="line">
            <a:avLst/>
          </a:prstGeom>
          <a:noFill/>
          <a:ln w="19050">
            <a:solidFill>
              <a:srgbClr val="0B6E8C"/>
            </a:solidFill>
            <a:tailEnd type="arrow" w="med" len="med"/>
          </a:ln>
        </p:spPr>
        <p:txBody>
          <a:bodyPr/>
          <a:lstStyle/>
          <a:p>
            <a:endParaRPr/>
          </a:p>
        </p:txBody>
      </p:sp>
      <p:sp>
        <p:nvSpPr>
          <p:cNvPr id="212" name="arrow212"/>
          <p:cNvSpPr>
            <a:spLocks noGrp="1"/>
          </p:cNvSpPr>
          <p:nvPr/>
        </p:nvSpPr>
        <p:spPr>
          <a:xfrm>
            <a:off x="8242300" y="2413000"/>
            <a:ext cx="12700" cy="1524000"/>
          </a:xfrm>
          <a:prstGeom prst="line">
            <a:avLst/>
          </a:prstGeom>
          <a:noFill/>
          <a:ln w="19050">
            <a:solidFill>
              <a:srgbClr val="0B6E8C"/>
            </a:solidFill>
            <a:tailEnd type="arrow" w="med" len="med"/>
          </a:ln>
        </p:spPr>
        <p:txBody>
          <a:bodyPr/>
          <a:lstStyle/>
          <a:p>
            <a:endParaRPr/>
          </a:p>
        </p:txBody>
      </p:sp>
      <p:sp>
        <p:nvSpPr>
          <p:cNvPr id="213" name="arrow213"/>
          <p:cNvSpPr>
            <a:spLocks noGrp="1"/>
          </p:cNvSpPr>
          <p:nvPr/>
        </p:nvSpPr>
        <p:spPr>
          <a:xfrm>
            <a:off x="2768600" y="3937000"/>
            <a:ext cx="6629400" cy="12700"/>
          </a:xfrm>
          <a:prstGeom prst="line">
            <a:avLst/>
          </a:prstGeom>
          <a:noFill/>
          <a:ln w="19050">
            <a:solidFill>
              <a:srgbClr val="0B6E8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0" name="arrow220"/>
          <p:cNvSpPr>
            <a:spLocks noGrp="1"/>
          </p:cNvSpPr>
          <p:nvPr/>
        </p:nvSpPr>
        <p:spPr>
          <a:xfrm>
            <a:off x="2768600" y="3937000"/>
            <a:ext cx="12700" cy="381000"/>
          </a:xfrm>
          <a:prstGeom prst="line">
            <a:avLst/>
          </a:prstGeom>
          <a:noFill/>
          <a:ln w="19050">
            <a:solidFill>
              <a:srgbClr val="0B6E8C"/>
            </a:solidFill>
            <a:tailEnd type="arrow" w="med" len="med"/>
          </a:ln>
        </p:spPr>
        <p:txBody>
          <a:bodyPr/>
          <a:lstStyle/>
          <a:p>
            <a:endParaRPr/>
          </a:p>
        </p:txBody>
      </p:sp>
      <p:sp>
        <p:nvSpPr>
          <p:cNvPr id="221" name="arrow221"/>
          <p:cNvSpPr>
            <a:spLocks noGrp="1"/>
          </p:cNvSpPr>
          <p:nvPr/>
        </p:nvSpPr>
        <p:spPr>
          <a:xfrm>
            <a:off x="4978400" y="3937000"/>
            <a:ext cx="12700" cy="381000"/>
          </a:xfrm>
          <a:prstGeom prst="line">
            <a:avLst/>
          </a:prstGeom>
          <a:noFill/>
          <a:ln w="19050">
            <a:solidFill>
              <a:srgbClr val="0B6E8C"/>
            </a:solidFill>
            <a:tailEnd type="arrow" w="med" len="med"/>
          </a:ln>
        </p:spPr>
        <p:txBody>
          <a:bodyPr/>
          <a:lstStyle/>
          <a:p>
            <a:endParaRPr/>
          </a:p>
        </p:txBody>
      </p:sp>
      <p:sp>
        <p:nvSpPr>
          <p:cNvPr id="222" name="arrow222"/>
          <p:cNvSpPr>
            <a:spLocks noGrp="1"/>
          </p:cNvSpPr>
          <p:nvPr/>
        </p:nvSpPr>
        <p:spPr>
          <a:xfrm>
            <a:off x="7188200" y="3937000"/>
            <a:ext cx="12700" cy="381000"/>
          </a:xfrm>
          <a:prstGeom prst="line">
            <a:avLst/>
          </a:prstGeom>
          <a:noFill/>
          <a:ln w="19050">
            <a:solidFill>
              <a:srgbClr val="0B6E8C"/>
            </a:solidFill>
            <a:tailEnd type="arrow" w="med" len="med"/>
          </a:ln>
        </p:spPr>
        <p:txBody>
          <a:bodyPr/>
          <a:lstStyle/>
          <a:p>
            <a:endParaRPr/>
          </a:p>
        </p:txBody>
      </p:sp>
      <p:sp>
        <p:nvSpPr>
          <p:cNvPr id="223" name="arrow223"/>
          <p:cNvSpPr>
            <a:spLocks noGrp="1"/>
          </p:cNvSpPr>
          <p:nvPr/>
        </p:nvSpPr>
        <p:spPr>
          <a:xfrm>
            <a:off x="9391650" y="3937000"/>
            <a:ext cx="12700" cy="381000"/>
          </a:xfrm>
          <a:prstGeom prst="line">
            <a:avLst/>
          </a:prstGeom>
          <a:noFill/>
          <a:ln w="19050">
            <a:solidFill>
              <a:srgbClr val="0B6E8C"/>
            </a:solidFill>
            <a:tailEnd type="arrow" w="med" len="med"/>
          </a:ln>
        </p:spPr>
        <p:txBody>
          <a:bodyPr/>
          <a:lstStyle/>
          <a:p>
            <a:endParaRPr/>
          </a:p>
        </p:txBody>
      </p:sp>
      <p:sp>
        <p:nvSpPr>
          <p:cNvPr id="230" name="vlan230"/>
          <p:cNvSpPr>
            <a:spLocks noGrp="1"/>
          </p:cNvSpPr>
          <p:nvPr/>
        </p:nvSpPr>
        <p:spPr>
          <a:xfrm>
            <a:off x="1752600" y="4318000"/>
            <a:ext cx="2032000" cy="127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EF5"/>
            </a:solidFill>
          </a:ln>
          <a:effectLst>
            <a:outerShdw blurRad="101600" dist="25400" dir="5400000" algn="ctr" rotWithShape="0">
              <a:srgbClr val="1A2D3D">
                <a:alpha val="10000"/>
              </a:srgbClr>
            </a:outerShdw>
          </a:effectLst>
        </p:spPr>
        <p:txBody>
          <a:bodyPr lIns="60960" tIns="60960" rIns="60960" bIns="60960" anchor="ctr"/>
          <a:lstStyle/>
          <a:p>
            <a:pPr algn="ctr">
              <a:buNone/>
            </a:pPr>
            <a:r>
              <a:rPr lang="nl-NL" sz="1400" b="1">
                <a:solidFill>
                  <a:srgbClr val="1A2D3D"/>
                </a:solidFill>
                <a:latin typeface="Calibri"/>
              </a:rPr>
              <a:t>Infrastructuur</a:t>
            </a:r>
          </a:p>
        </p:txBody>
      </p:sp>
      <p:sp>
        <p:nvSpPr>
          <p:cNvPr id="231" name="vlanbar230"/>
          <p:cNvSpPr>
            <a:spLocks noGrp="1"/>
          </p:cNvSpPr>
          <p:nvPr/>
        </p:nvSpPr>
        <p:spPr>
          <a:xfrm>
            <a:off x="1752600" y="4318000"/>
            <a:ext cx="2032000" cy="127000"/>
          </a:xfrm>
          <a:prstGeom prst="roundRect">
            <a:avLst>
              <a:gd name="adj" fmla="val 10000"/>
            </a:avLst>
          </a:prstGeom>
          <a:solidFill>
            <a:srgbClr val="2196B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32" name="vlan232"/>
          <p:cNvSpPr>
            <a:spLocks noGrp="1"/>
          </p:cNvSpPr>
          <p:nvPr/>
        </p:nvSpPr>
        <p:spPr>
          <a:xfrm>
            <a:off x="3962400" y="4318000"/>
            <a:ext cx="2032000" cy="127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EF5"/>
            </a:solidFill>
          </a:ln>
          <a:effectLst>
            <a:outerShdw blurRad="101600" dist="25400" dir="5400000" algn="ctr" rotWithShape="0">
              <a:srgbClr val="1A2D3D">
                <a:alpha val="10000"/>
              </a:srgbClr>
            </a:outerShdw>
          </a:effectLst>
        </p:spPr>
        <p:txBody>
          <a:bodyPr lIns="60960" tIns="60960" rIns="60960" bIns="60960" anchor="ctr"/>
          <a:lstStyle/>
          <a:p>
            <a:pPr algn="ctr">
              <a:buNone/>
            </a:pPr>
            <a:r>
              <a:rPr lang="nl-NL" sz="1400" b="1">
                <a:solidFill>
                  <a:srgbClr val="1A2D3D"/>
                </a:solidFill>
                <a:latin typeface="Calibri"/>
              </a:rPr>
              <a:t>Medewerkers</a:t>
            </a:r>
          </a:p>
        </p:txBody>
      </p:sp>
      <p:sp>
        <p:nvSpPr>
          <p:cNvPr id="233" name="vlanbar232"/>
          <p:cNvSpPr>
            <a:spLocks noGrp="1"/>
          </p:cNvSpPr>
          <p:nvPr/>
        </p:nvSpPr>
        <p:spPr>
          <a:xfrm>
            <a:off x="3962400" y="4318000"/>
            <a:ext cx="2032000" cy="127000"/>
          </a:xfrm>
          <a:prstGeom prst="roundRect">
            <a:avLst>
              <a:gd name="adj" fmla="val 10000"/>
            </a:avLst>
          </a:prstGeom>
          <a:solidFill>
            <a:srgbClr val="4CAF8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34" name="vlan234"/>
          <p:cNvSpPr>
            <a:spLocks noGrp="1"/>
          </p:cNvSpPr>
          <p:nvPr/>
        </p:nvSpPr>
        <p:spPr>
          <a:xfrm>
            <a:off x="6172200" y="4318000"/>
            <a:ext cx="2032000" cy="127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EF5"/>
            </a:solidFill>
          </a:ln>
          <a:effectLst>
            <a:outerShdw blurRad="101600" dist="25400" dir="5400000" algn="ctr" rotWithShape="0">
              <a:srgbClr val="1A2D3D">
                <a:alpha val="10000"/>
              </a:srgbClr>
            </a:outerShdw>
          </a:effectLst>
        </p:spPr>
        <p:txBody>
          <a:bodyPr lIns="60960" tIns="60960" rIns="60960" bIns="60960" anchor="ctr"/>
          <a:lstStyle/>
          <a:p>
            <a:pPr algn="ctr">
              <a:buNone/>
            </a:pPr>
            <a:r>
              <a:rPr lang="nl-NL" sz="1400" b="1">
                <a:solidFill>
                  <a:srgbClr val="1A2D3D"/>
                </a:solidFill>
                <a:latin typeface="Calibri"/>
              </a:rPr>
              <a:t>Beveiliging &amp; Beheer</a:t>
            </a:r>
          </a:p>
        </p:txBody>
      </p:sp>
      <p:sp>
        <p:nvSpPr>
          <p:cNvPr id="235" name="vlanbar234"/>
          <p:cNvSpPr>
            <a:spLocks noGrp="1"/>
          </p:cNvSpPr>
          <p:nvPr/>
        </p:nvSpPr>
        <p:spPr>
          <a:xfrm>
            <a:off x="6172200" y="4318000"/>
            <a:ext cx="2032000" cy="127000"/>
          </a:xfrm>
          <a:prstGeom prst="roundRect">
            <a:avLst>
              <a:gd name="adj" fmla="val 10000"/>
            </a:avLst>
          </a:prstGeom>
          <a:solidFill>
            <a:srgbClr val="E6A817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36" name="vlan236"/>
          <p:cNvSpPr>
            <a:spLocks noGrp="1"/>
          </p:cNvSpPr>
          <p:nvPr/>
        </p:nvSpPr>
        <p:spPr>
          <a:xfrm>
            <a:off x="8382000" y="4318000"/>
            <a:ext cx="2032000" cy="127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EF5"/>
            </a:solidFill>
          </a:ln>
          <a:effectLst>
            <a:outerShdw blurRad="101600" dist="25400" dir="5400000" algn="ctr" rotWithShape="0">
              <a:srgbClr val="1A2D3D">
                <a:alpha val="10000"/>
              </a:srgbClr>
            </a:outerShdw>
          </a:effectLst>
        </p:spPr>
        <p:txBody>
          <a:bodyPr lIns="60960" tIns="60960" rIns="60960" bIns="60960" anchor="ctr"/>
          <a:lstStyle/>
          <a:p>
            <a:pPr algn="ctr">
              <a:buNone/>
            </a:pPr>
            <a:r>
              <a:rPr lang="nl-NL" sz="1400" b="1">
                <a:solidFill>
                  <a:srgbClr val="1A2D3D"/>
                </a:solidFill>
                <a:latin typeface="Calibri"/>
              </a:rPr>
              <a:t>Gasten</a:t>
            </a:r>
          </a:p>
        </p:txBody>
      </p:sp>
      <p:sp>
        <p:nvSpPr>
          <p:cNvPr id="237" name="vlanbar236"/>
          <p:cNvSpPr>
            <a:spLocks noGrp="1"/>
          </p:cNvSpPr>
          <p:nvPr/>
        </p:nvSpPr>
        <p:spPr>
          <a:xfrm>
            <a:off x="8382000" y="4318000"/>
            <a:ext cx="2032000" cy="127000"/>
          </a:xfrm>
          <a:prstGeom prst="roundRect">
            <a:avLst>
              <a:gd name="adj" fmla="val 10000"/>
            </a:avLst>
          </a:prstGeom>
          <a:solidFill>
            <a:srgbClr val="9B72C8"/>
          </a:solidFill>
          <a:ln w="0"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20755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68194" cy="502920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/>
          <p:cNvSpPr/>
          <p:nvPr/>
        </p:nvSpPr>
        <p:spPr>
          <a:xfrm>
            <a:off x="0" y="6814852"/>
            <a:ext cx="12161520" cy="50292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11798500" y="6464500"/>
            <a:ext cx="426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426750" y="9144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IP-PLAN</a:t>
            </a:r>
            <a:endParaRPr lang="en-US" sz="1400"/>
          </a:p>
        </p:txBody>
      </p:sp>
      <p:sp>
        <p:nvSpPr>
          <p:cNvPr id="100" name="card100"/>
          <p:cNvSpPr>
            <a:spLocks noGrp="1"/>
          </p:cNvSpPr>
          <p:nvPr/>
        </p:nvSpPr>
        <p:spPr>
          <a:xfrm>
            <a:off x="1168400" y="1905000"/>
            <a:ext cx="2286000" cy="279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5"/>
            </a:solidFill>
          </a:ln>
          <a:effectLst>
            <a:outerShdw blurRad="101600" dist="25400" dir="5400000" algn="ctr" rotWithShape="0">
              <a:srgbClr val="1A2D3D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1" name="bar100"/>
          <p:cNvSpPr>
            <a:spLocks noGrp="1"/>
          </p:cNvSpPr>
          <p:nvPr/>
        </p:nvSpPr>
        <p:spPr>
          <a:xfrm>
            <a:off x="1168400" y="1905000"/>
            <a:ext cx="2286000" cy="152400"/>
          </a:xfrm>
          <a:prstGeom prst="rect">
            <a:avLst/>
          </a:prstGeom>
          <a:solidFill>
            <a:srgbClr val="0B6E8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ltr100"/>
          <p:cNvSpPr>
            <a:spLocks noGrp="1"/>
          </p:cNvSpPr>
          <p:nvPr/>
        </p:nvSpPr>
        <p:spPr>
          <a:xfrm>
            <a:off x="1168400" y="2159000"/>
            <a:ext cx="2286000" cy="1778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buNone/>
            </a:pPr>
            <a:r>
              <a:rPr lang="nl-NL" sz="6000" b="1">
                <a:solidFill>
                  <a:srgbClr val="0B6E8C"/>
                </a:solidFill>
                <a:latin typeface="Calibri"/>
              </a:rPr>
              <a:t>10</a:t>
            </a:r>
          </a:p>
        </p:txBody>
      </p:sp>
      <p:sp>
        <p:nvSpPr>
          <p:cNvPr id="103" name="lblbar100"/>
          <p:cNvSpPr>
            <a:spLocks noGrp="1"/>
          </p:cNvSpPr>
          <p:nvPr/>
        </p:nvSpPr>
        <p:spPr>
          <a:xfrm>
            <a:off x="1168400" y="4140200"/>
            <a:ext cx="2286000" cy="558800"/>
          </a:xfrm>
          <a:prstGeom prst="rect">
            <a:avLst/>
          </a:prstGeom>
          <a:solidFill>
            <a:srgbClr val="0B6E8C"/>
          </a:solidFill>
          <a:ln w="0">
            <a:noFill/>
          </a:ln>
        </p:spPr>
        <p:txBody>
          <a:bodyPr lIns="60960" rIns="60960" anchor="ctr"/>
          <a:lstStyle/>
          <a:p>
            <a:pPr algn="ctr">
              <a:buNone/>
            </a:pPr>
            <a:r>
              <a:rPr lang="nl-NL" sz="1400" b="1" spc="200">
                <a:solidFill>
                  <a:srgbClr val="FFFFFF"/>
                </a:solidFill>
                <a:latin typeface="Calibri"/>
              </a:rPr>
              <a:t>NETWERK ID</a:t>
            </a:r>
          </a:p>
        </p:txBody>
      </p:sp>
      <p:sp>
        <p:nvSpPr>
          <p:cNvPr id="110" name="card110"/>
          <p:cNvSpPr>
            <a:spLocks noGrp="1"/>
          </p:cNvSpPr>
          <p:nvPr/>
        </p:nvSpPr>
        <p:spPr>
          <a:xfrm>
            <a:off x="3683000" y="1905000"/>
            <a:ext cx="2286000" cy="279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5"/>
            </a:solidFill>
          </a:ln>
          <a:effectLst>
            <a:outerShdw blurRad="101600" dist="25400" dir="5400000" algn="ctr" rotWithShape="0">
              <a:srgbClr val="1A2D3D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1" name="bar110"/>
          <p:cNvSpPr>
            <a:spLocks noGrp="1"/>
          </p:cNvSpPr>
          <p:nvPr/>
        </p:nvSpPr>
        <p:spPr>
          <a:xfrm>
            <a:off x="3683000" y="1905000"/>
            <a:ext cx="2286000" cy="152400"/>
          </a:xfrm>
          <a:prstGeom prst="rect">
            <a:avLst/>
          </a:prstGeom>
          <a:solidFill>
            <a:srgbClr val="0B6E8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" name="ltr110"/>
          <p:cNvSpPr>
            <a:spLocks noGrp="1"/>
          </p:cNvSpPr>
          <p:nvPr/>
        </p:nvSpPr>
        <p:spPr>
          <a:xfrm>
            <a:off x="3683000" y="2159000"/>
            <a:ext cx="2286000" cy="1778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buNone/>
            </a:pPr>
            <a:r>
              <a:rPr lang="nl-NL" sz="6000" b="1">
                <a:solidFill>
                  <a:srgbClr val="0B6E8C"/>
                </a:solidFill>
                <a:latin typeface="Calibri"/>
              </a:rPr>
              <a:t>X</a:t>
            </a:r>
          </a:p>
        </p:txBody>
      </p:sp>
      <p:sp>
        <p:nvSpPr>
          <p:cNvPr id="113" name="lblbar110"/>
          <p:cNvSpPr>
            <a:spLocks noGrp="1"/>
          </p:cNvSpPr>
          <p:nvPr/>
        </p:nvSpPr>
        <p:spPr>
          <a:xfrm>
            <a:off x="3683000" y="4140200"/>
            <a:ext cx="2286000" cy="558800"/>
          </a:xfrm>
          <a:prstGeom prst="rect">
            <a:avLst/>
          </a:prstGeom>
          <a:solidFill>
            <a:srgbClr val="0B6E8C"/>
          </a:solidFill>
          <a:ln w="0">
            <a:noFill/>
          </a:ln>
        </p:spPr>
        <p:txBody>
          <a:bodyPr lIns="60960" rIns="60960" anchor="ctr"/>
          <a:lstStyle/>
          <a:p>
            <a:pPr algn="ctr">
              <a:buNone/>
            </a:pPr>
            <a:r>
              <a:rPr lang="nl-NL" sz="1400" b="1" spc="200">
                <a:solidFill>
                  <a:srgbClr val="FFFFFF"/>
                </a:solidFill>
                <a:latin typeface="Calibri"/>
              </a:rPr>
              <a:t>VLAN</a:t>
            </a:r>
          </a:p>
        </p:txBody>
      </p:sp>
      <p:sp>
        <p:nvSpPr>
          <p:cNvPr id="120" name="card120"/>
          <p:cNvSpPr>
            <a:spLocks noGrp="1"/>
          </p:cNvSpPr>
          <p:nvPr/>
        </p:nvSpPr>
        <p:spPr>
          <a:xfrm>
            <a:off x="6197600" y="1905000"/>
            <a:ext cx="2286000" cy="279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5"/>
            </a:solidFill>
          </a:ln>
          <a:effectLst>
            <a:outerShdw blurRad="101600" dist="25400" dir="5400000" algn="ctr" rotWithShape="0">
              <a:srgbClr val="1A2D3D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1" name="bar120"/>
          <p:cNvSpPr>
            <a:spLocks noGrp="1"/>
          </p:cNvSpPr>
          <p:nvPr/>
        </p:nvSpPr>
        <p:spPr>
          <a:xfrm>
            <a:off x="6197600" y="1905000"/>
            <a:ext cx="2286000" cy="152400"/>
          </a:xfrm>
          <a:prstGeom prst="rect">
            <a:avLst/>
          </a:prstGeom>
          <a:solidFill>
            <a:srgbClr val="8FA8B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22" name="ltr120"/>
          <p:cNvSpPr>
            <a:spLocks noGrp="1"/>
          </p:cNvSpPr>
          <p:nvPr/>
        </p:nvSpPr>
        <p:spPr>
          <a:xfrm>
            <a:off x="6197600" y="2159000"/>
            <a:ext cx="2286000" cy="1778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buNone/>
            </a:pPr>
            <a:r>
              <a:rPr lang="nl-NL" sz="6000" b="1">
                <a:solidFill>
                  <a:srgbClr val="0B6E8C"/>
                </a:solidFill>
                <a:latin typeface="Calibri"/>
              </a:rPr>
              <a:t>HOST</a:t>
            </a:r>
          </a:p>
        </p:txBody>
      </p:sp>
      <p:sp>
        <p:nvSpPr>
          <p:cNvPr id="123" name="lblbar120"/>
          <p:cNvSpPr>
            <a:spLocks noGrp="1"/>
          </p:cNvSpPr>
          <p:nvPr/>
        </p:nvSpPr>
        <p:spPr>
          <a:xfrm>
            <a:off x="6197600" y="4140200"/>
            <a:ext cx="2286000" cy="558800"/>
          </a:xfrm>
          <a:prstGeom prst="rect">
            <a:avLst/>
          </a:prstGeom>
          <a:solidFill>
            <a:srgbClr val="8FA8B8"/>
          </a:solidFill>
          <a:ln w="0">
            <a:noFill/>
          </a:ln>
        </p:spPr>
        <p:txBody>
          <a:bodyPr lIns="60960" rIns="60960" anchor="ctr"/>
          <a:lstStyle/>
          <a:p>
            <a:pPr algn="ctr">
              <a:buNone/>
            </a:pPr>
            <a:r>
              <a:rPr lang="nl-NL" sz="1400" b="1" spc="200">
                <a:solidFill>
                  <a:srgbClr val="FFFFFF"/>
                </a:solidFill>
                <a:latin typeface="Calibri"/>
              </a:rPr>
              <a:t>HOST</a:t>
            </a:r>
          </a:p>
        </p:txBody>
      </p:sp>
      <p:sp>
        <p:nvSpPr>
          <p:cNvPr id="130" name="card130"/>
          <p:cNvSpPr>
            <a:spLocks noGrp="1"/>
          </p:cNvSpPr>
          <p:nvPr/>
        </p:nvSpPr>
        <p:spPr>
          <a:xfrm>
            <a:off x="8712200" y="1905000"/>
            <a:ext cx="2286000" cy="279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5"/>
            </a:solidFill>
          </a:ln>
          <a:effectLst>
            <a:outerShdw blurRad="101600" dist="25400" dir="5400000" algn="ctr" rotWithShape="0">
              <a:srgbClr val="1A2D3D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1" name="bar130"/>
          <p:cNvSpPr>
            <a:spLocks noGrp="1"/>
          </p:cNvSpPr>
          <p:nvPr/>
        </p:nvSpPr>
        <p:spPr>
          <a:xfrm>
            <a:off x="8712200" y="1905000"/>
            <a:ext cx="2286000" cy="152400"/>
          </a:xfrm>
          <a:prstGeom prst="rect">
            <a:avLst/>
          </a:prstGeom>
          <a:solidFill>
            <a:srgbClr val="8FA8B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32" name="ltr130"/>
          <p:cNvSpPr>
            <a:spLocks noGrp="1"/>
          </p:cNvSpPr>
          <p:nvPr/>
        </p:nvSpPr>
        <p:spPr>
          <a:xfrm>
            <a:off x="8712200" y="2159000"/>
            <a:ext cx="2286000" cy="1778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buNone/>
            </a:pPr>
            <a:r>
              <a:rPr lang="nl-NL" sz="6000" b="1">
                <a:solidFill>
                  <a:srgbClr val="0B6E8C"/>
                </a:solidFill>
                <a:latin typeface="Calibri"/>
              </a:rPr>
              <a:t>HOST</a:t>
            </a:r>
          </a:p>
        </p:txBody>
      </p:sp>
      <p:sp>
        <p:nvSpPr>
          <p:cNvPr id="133" name="lblbar130"/>
          <p:cNvSpPr>
            <a:spLocks noGrp="1"/>
          </p:cNvSpPr>
          <p:nvPr/>
        </p:nvSpPr>
        <p:spPr>
          <a:xfrm>
            <a:off x="8712200" y="4140200"/>
            <a:ext cx="2286000" cy="558800"/>
          </a:xfrm>
          <a:prstGeom prst="rect">
            <a:avLst/>
          </a:prstGeom>
          <a:solidFill>
            <a:srgbClr val="8FA8B8"/>
          </a:solidFill>
          <a:ln w="0">
            <a:noFill/>
          </a:ln>
        </p:spPr>
        <p:txBody>
          <a:bodyPr lIns="60960" rIns="60960" anchor="ctr"/>
          <a:lstStyle/>
          <a:p>
            <a:pPr algn="ctr">
              <a:buNone/>
            </a:pPr>
            <a:r>
              <a:rPr lang="nl-NL" sz="1400" b="1" spc="200">
                <a:solidFill>
                  <a:srgbClr val="FFFFFF"/>
                </a:solidFill>
                <a:latin typeface="Calibri"/>
              </a:rPr>
              <a:t>HOST</a:t>
            </a:r>
          </a:p>
        </p:txBody>
      </p:sp>
      <p:sp>
        <p:nvSpPr>
          <p:cNvPr id="200" name="dot0"/>
          <p:cNvSpPr>
            <a:spLocks noGrp="1"/>
          </p:cNvSpPr>
          <p:nvPr/>
        </p:nvSpPr>
        <p:spPr>
          <a:xfrm>
            <a:off x="3467100" y="3111500"/>
            <a:ext cx="203200" cy="381000"/>
          </a:xfrm>
          <a:prstGeom prst="rect">
            <a:avLst/>
          </a:prstGeom>
          <a:solidFill>
            <a:srgbClr val="0B6E8C"/>
          </a:solidFill>
          <a:ln w="0">
            <a:noFill/>
          </a:ln>
        </p:spPr>
        <p:txBody>
          <a:bodyPr anchor="ctr"/>
          <a:lstStyle/>
          <a:p>
            <a:pPr algn="ctr">
              <a:buNone/>
            </a:pPr>
            <a:r>
              <a:rPr lang="nl-NL" sz="2800" b="1">
                <a:solidFill>
                  <a:srgbClr val="1A2D3D"/>
                </a:solidFill>
                <a:latin typeface="Calibri"/>
              </a:rPr>
              <a:t>.</a:t>
            </a:r>
          </a:p>
        </p:txBody>
      </p:sp>
      <p:sp>
        <p:nvSpPr>
          <p:cNvPr id="201" name="dot1"/>
          <p:cNvSpPr>
            <a:spLocks noGrp="1"/>
          </p:cNvSpPr>
          <p:nvPr/>
        </p:nvSpPr>
        <p:spPr>
          <a:xfrm>
            <a:off x="5981700" y="3111500"/>
            <a:ext cx="203200" cy="381000"/>
          </a:xfrm>
          <a:prstGeom prst="rect">
            <a:avLst/>
          </a:prstGeom>
          <a:solidFill>
            <a:srgbClr val="8FA8B8"/>
          </a:solidFill>
          <a:ln w="0">
            <a:noFill/>
          </a:ln>
        </p:spPr>
        <p:txBody>
          <a:bodyPr anchor="ctr"/>
          <a:lstStyle/>
          <a:p>
            <a:pPr algn="ctr">
              <a:buNone/>
            </a:pPr>
            <a:r>
              <a:rPr lang="nl-NL" sz="2800" b="1">
                <a:solidFill>
                  <a:srgbClr val="1A2D3D"/>
                </a:solidFill>
                <a:latin typeface="Calibri"/>
              </a:rPr>
              <a:t>.</a:t>
            </a:r>
          </a:p>
        </p:txBody>
      </p:sp>
      <p:sp>
        <p:nvSpPr>
          <p:cNvPr id="202" name="dot2"/>
          <p:cNvSpPr>
            <a:spLocks noGrp="1"/>
          </p:cNvSpPr>
          <p:nvPr/>
        </p:nvSpPr>
        <p:spPr>
          <a:xfrm>
            <a:off x="8496300" y="3111500"/>
            <a:ext cx="203200" cy="381000"/>
          </a:xfrm>
          <a:prstGeom prst="rect">
            <a:avLst/>
          </a:prstGeom>
          <a:solidFill>
            <a:srgbClr val="8FA8B8"/>
          </a:solidFill>
          <a:ln w="0">
            <a:noFill/>
          </a:ln>
        </p:spPr>
        <p:txBody>
          <a:bodyPr anchor="ctr"/>
          <a:lstStyle/>
          <a:p>
            <a:pPr algn="ctr">
              <a:buNone/>
            </a:pPr>
            <a:r>
              <a:rPr lang="nl-NL" sz="2800" b="1">
                <a:solidFill>
                  <a:srgbClr val="1A2D3D"/>
                </a:solidFill>
                <a:latin typeface="Calibri"/>
              </a:rPr>
              <a:t>.</a:t>
            </a:r>
          </a:p>
        </p:txBody>
      </p:sp>
      <p:sp>
        <p:nvSpPr>
          <p:cNvPr id="210" name="subtitle"/>
          <p:cNvSpPr>
            <a:spLocks noGrp="1"/>
          </p:cNvSpPr>
          <p:nvPr/>
        </p:nvSpPr>
        <p:spPr>
          <a:xfrm>
            <a:off x="1168400" y="5054600"/>
            <a:ext cx="9829800" cy="635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ctr">
              <a:buNone/>
            </a:pPr>
            <a:r>
              <a:rPr lang="nl-NL" sz="1400" i="1">
                <a:solidFill>
                  <a:srgbClr val="6B8FA3"/>
                </a:solidFill>
                <a:latin typeface="Calibri"/>
              </a:rPr>
              <a:t>Voorbeeld: 10.100.0.50 →medewerker op VLAN 100, 10.10.0.21</a:t>
            </a:r>
            <a:r>
              <a:rPr lang="nl-NL" sz="1400" i="1">
                <a:solidFill>
                  <a:srgbClr val="6B8FA3"/>
                </a:solidFill>
              </a:rPr>
              <a:t> →NK-E1-A beheeradres</a:t>
            </a:r>
            <a:endParaRPr lang="nl-NL" sz="1400" i="1">
              <a:solidFill>
                <a:srgbClr val="6B8FA3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0560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68194" cy="502920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/>
          <p:cNvSpPr/>
          <p:nvPr/>
        </p:nvSpPr>
        <p:spPr>
          <a:xfrm>
            <a:off x="0" y="6805568"/>
            <a:ext cx="12161520" cy="50292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11858432" y="6378882"/>
            <a:ext cx="426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6B8FA3"/>
                </a:solidFill>
                <a:latin typeface="Calibri"/>
                <a:ea typeface="Calibri"/>
                <a:cs typeface="Calibri"/>
              </a:rPr>
              <a:t>10</a:t>
            </a:r>
            <a:endParaRPr lang="en-US" sz="1200">
              <a:solidFill>
                <a:srgbClr val="6B8FA3"/>
              </a:solidFill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426750" y="9144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368300" y="660400"/>
            <a:ext cx="5613400" cy="180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8" name="Shape 6"/>
          <p:cNvSpPr/>
          <p:nvPr/>
        </p:nvSpPr>
        <p:spPr>
          <a:xfrm>
            <a:off x="368300" y="660400"/>
            <a:ext cx="76200" cy="1803400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9" name="Text 7"/>
          <p:cNvSpPr/>
          <p:nvPr/>
        </p:nvSpPr>
        <p:spPr>
          <a:xfrm>
            <a:off x="584200" y="787400"/>
            <a:ext cx="5232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Firewall</a:t>
            </a:r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84200" y="1270000"/>
            <a:ext cx="5232400" cy="1092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228600" indent="-228600">
              <a:buSzPct val="100000"/>
              <a:buFont typeface="Arial"/>
              <a:buChar char="•"/>
            </a:pP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2x firewall in High Availability</a:t>
            </a:r>
            <a:endParaRPr lang="en-US" sz="1600">
              <a:solidFill>
                <a:srgbClr val="000000"/>
              </a:solidFill>
              <a:ea typeface="+mn-lt"/>
              <a:cs typeface="+mn-lt"/>
            </a:endParaRPr>
          </a:p>
          <a:p>
            <a:pPr marL="228600" indent="-228600">
              <a:buFont typeface="Arial"/>
              <a:buChar char="•"/>
            </a:pPr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Één</a:t>
            </a: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actief</a:t>
            </a: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, </a:t>
            </a:r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één</a:t>
            </a: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als</a:t>
            </a: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 fallback </a:t>
            </a:r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bij</a:t>
            </a: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 storing</a:t>
            </a:r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8300" y="2667000"/>
            <a:ext cx="5613400" cy="180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2" name="Shape 10"/>
          <p:cNvSpPr/>
          <p:nvPr/>
        </p:nvSpPr>
        <p:spPr>
          <a:xfrm>
            <a:off x="368300" y="2667000"/>
            <a:ext cx="76200" cy="1803400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3" name="Text 11"/>
          <p:cNvSpPr/>
          <p:nvPr/>
        </p:nvSpPr>
        <p:spPr>
          <a:xfrm>
            <a:off x="584200" y="2794000"/>
            <a:ext cx="5232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Core Switches</a:t>
            </a:r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84200" y="3276600"/>
            <a:ext cx="5232400" cy="1092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228600" indent="-228600">
              <a:buSzPct val="100000"/>
              <a:buFont typeface="Arial"/>
              <a:buChar char="•"/>
            </a:pP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2x L3 core switch (fiber uplinks)</a:t>
            </a:r>
            <a:endParaRPr lang="en-US" sz="1600">
              <a:solidFill>
                <a:srgbClr val="000000"/>
              </a:solidFill>
              <a:ea typeface="+mn-lt"/>
              <a:cs typeface="+mn-lt"/>
            </a:endParaRPr>
          </a:p>
          <a:p>
            <a:pPr marL="228600" indent="-228600">
              <a:buFont typeface="Arial"/>
              <a:buChar char="•"/>
            </a:pPr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Automatische</a:t>
            </a: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 failover via HSRP</a:t>
            </a:r>
            <a:endParaRPr lang="en-US"/>
          </a:p>
          <a:p>
            <a:pPr marL="228600" indent="-228600">
              <a:buFont typeface="Arial"/>
              <a:buChar char="•"/>
            </a:pPr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Dubbele</a:t>
            </a: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 uplink </a:t>
            </a:r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naar</a:t>
            </a: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elke</a:t>
            </a: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netwerkkast</a:t>
            </a:r>
            <a:endParaRPr lang="en-US" err="1"/>
          </a:p>
        </p:txBody>
      </p:sp>
      <p:sp>
        <p:nvSpPr>
          <p:cNvPr id="15" name="Shape 13"/>
          <p:cNvSpPr/>
          <p:nvPr/>
        </p:nvSpPr>
        <p:spPr>
          <a:xfrm>
            <a:off x="368300" y="4673600"/>
            <a:ext cx="5613400" cy="180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6" name="Shape 14"/>
          <p:cNvSpPr/>
          <p:nvPr/>
        </p:nvSpPr>
        <p:spPr>
          <a:xfrm>
            <a:off x="368300" y="4673600"/>
            <a:ext cx="76200" cy="1803400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7" name="Text 15"/>
          <p:cNvSpPr/>
          <p:nvPr/>
        </p:nvSpPr>
        <p:spPr>
          <a:xfrm>
            <a:off x="584200" y="4800600"/>
            <a:ext cx="5232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Serverruimte</a:t>
            </a:r>
            <a:endParaRPr lang="en-US" sz="2400">
              <a:ea typeface="Calibri"/>
              <a:cs typeface="Calibri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84200" y="5283200"/>
            <a:ext cx="5232400" cy="1092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228600" indent="-228600">
              <a:buSzPct val="100000"/>
              <a:buFont typeface="Arial"/>
              <a:buChar char="•"/>
            </a:pP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2x L2 switch 24-poorts (servers)</a:t>
            </a:r>
            <a:endParaRPr lang="en-US" sz="1600">
              <a:ea typeface="+mn-lt"/>
              <a:cs typeface="+mn-lt"/>
            </a:endParaRPr>
          </a:p>
          <a:p>
            <a:pPr marL="228600" indent="-228600">
              <a:buFont typeface="Arial"/>
              <a:buChar char="•"/>
            </a:pP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2x L2 switch 24-poorts (DMZ)</a:t>
            </a:r>
            <a:endParaRPr lang="en-US">
              <a:ea typeface="+mn-lt"/>
              <a:cs typeface="+mn-lt"/>
            </a:endParaRPr>
          </a:p>
          <a:p>
            <a:pPr marL="228600" indent="-228600">
              <a:buFont typeface="Arial"/>
              <a:buChar char="•"/>
            </a:pP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4x L2 switch 24/48-poorts PoE (BG: APs, VoIP, </a:t>
            </a:r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toegangscontrole</a:t>
            </a: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, cameras)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464300" y="660400"/>
            <a:ext cx="5613400" cy="180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0" name="Shape 18"/>
          <p:cNvSpPr/>
          <p:nvPr/>
        </p:nvSpPr>
        <p:spPr>
          <a:xfrm>
            <a:off x="6464300" y="660400"/>
            <a:ext cx="76200" cy="1803400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1" name="Text 19"/>
          <p:cNvSpPr/>
          <p:nvPr/>
        </p:nvSpPr>
        <p:spPr>
          <a:xfrm>
            <a:off x="6680200" y="787400"/>
            <a:ext cx="5232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Access</a:t>
            </a:r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680200" y="1270000"/>
            <a:ext cx="5232400" cy="1092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228600" indent="-228600">
              <a:buSzPct val="100000"/>
              <a:buFont typeface="Arial"/>
              <a:buChar char="•"/>
            </a:pP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2x L2 switch 48-poorts GbE</a:t>
            </a:r>
            <a:endParaRPr lang="en-US" sz="1600">
              <a:solidFill>
                <a:srgbClr val="000000"/>
              </a:solidFill>
              <a:ea typeface="+mn-lt"/>
              <a:cs typeface="+mn-lt"/>
            </a:endParaRPr>
          </a:p>
          <a:p>
            <a:pPr marL="228600" indent="-228600">
              <a:buFont typeface="Arial"/>
              <a:buChar char="•"/>
            </a:pP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1x L2 switch 24-poorts PoE</a:t>
            </a:r>
            <a:endParaRPr lang="en-US">
              <a:ea typeface="+mn-lt"/>
              <a:cs typeface="+mn-lt"/>
            </a:endParaRPr>
          </a:p>
          <a:p>
            <a:pPr marL="228600" indent="-228600">
              <a:buFont typeface="Arial"/>
              <a:buChar char="•"/>
            </a:pP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Samen </a:t>
            </a:r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geconfigureerd</a:t>
            </a: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als</a:t>
            </a: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 stack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64300" y="2667000"/>
            <a:ext cx="5613400" cy="180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4" name="Shape 22"/>
          <p:cNvSpPr/>
          <p:nvPr/>
        </p:nvSpPr>
        <p:spPr>
          <a:xfrm>
            <a:off x="6464300" y="2667000"/>
            <a:ext cx="76200" cy="1803400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5" name="Text 23"/>
          <p:cNvSpPr/>
          <p:nvPr/>
        </p:nvSpPr>
        <p:spPr>
          <a:xfrm>
            <a:off x="6680200" y="2794000"/>
            <a:ext cx="5232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Access Points</a:t>
            </a:r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680200" y="3276600"/>
            <a:ext cx="5232400" cy="1092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228600" indent="-228600">
              <a:buSzPct val="100000"/>
              <a:buFont typeface="Arial"/>
              <a:buChar char="•"/>
            </a:pP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91 </a:t>
            </a:r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wifi-punten</a:t>
            </a: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verdeeld</a:t>
            </a: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 over het </a:t>
            </a:r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gebouw</a:t>
            </a:r>
            <a:endParaRPr lang="en-US" sz="1600" err="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28600" indent="-228600">
              <a:buFont typeface="Arial"/>
              <a:buChar char="•"/>
            </a:pP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80 op de </a:t>
            </a:r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etages</a:t>
            </a: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, 11 op de </a:t>
            </a:r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begane</a:t>
            </a: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grond</a:t>
            </a:r>
            <a:endParaRPr lang="en-US" err="1"/>
          </a:p>
          <a:p>
            <a:pPr marL="228600" indent="-228600">
              <a:buFont typeface="Arial"/>
              <a:buChar char="•"/>
            </a:pPr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Verschillende</a:t>
            </a: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modellen</a:t>
            </a: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ingezet</a:t>
            </a: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 op basis van </a:t>
            </a:r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ruimtecapaciteit</a:t>
            </a: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en</a:t>
            </a: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verwacht</a:t>
            </a: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aantal</a:t>
            </a: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gebruikers</a:t>
            </a:r>
            <a:endParaRPr lang="en-US" err="1"/>
          </a:p>
        </p:txBody>
      </p:sp>
      <p:sp>
        <p:nvSpPr>
          <p:cNvPr id="27" name="Shape 13">
            <a:extLst>
              <a:ext uri="{FF2B5EF4-FFF2-40B4-BE49-F238E27FC236}">
                <a16:creationId xmlns:a16="http://schemas.microsoft.com/office/drawing/2014/main" id="{BDC19267-27F6-3564-9157-19205A388B7B}"/>
              </a:ext>
            </a:extLst>
          </p:cNvPr>
          <p:cNvSpPr/>
          <p:nvPr/>
        </p:nvSpPr>
        <p:spPr>
          <a:xfrm>
            <a:off x="6464300" y="4673600"/>
            <a:ext cx="5613400" cy="180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8" name="Shape 14">
            <a:extLst>
              <a:ext uri="{FF2B5EF4-FFF2-40B4-BE49-F238E27FC236}">
                <a16:creationId xmlns:a16="http://schemas.microsoft.com/office/drawing/2014/main" id="{13B041C4-18D3-1939-A6BD-EF0194655DDB}"/>
              </a:ext>
            </a:extLst>
          </p:cNvPr>
          <p:cNvSpPr/>
          <p:nvPr/>
        </p:nvSpPr>
        <p:spPr>
          <a:xfrm>
            <a:off x="6464300" y="4673600"/>
            <a:ext cx="76200" cy="1803400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D88E9EDB-C504-5C9E-E04B-41CB898D9C72}"/>
              </a:ext>
            </a:extLst>
          </p:cNvPr>
          <p:cNvSpPr/>
          <p:nvPr/>
        </p:nvSpPr>
        <p:spPr>
          <a:xfrm>
            <a:off x="6680200" y="4775200"/>
            <a:ext cx="5232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err="1">
                <a:solidFill>
                  <a:srgbClr val="0D1B2A"/>
                </a:solidFill>
                <a:ea typeface="+mn-lt"/>
                <a:cs typeface="+mn-lt"/>
              </a:rPr>
              <a:t>Randvoorwaarden</a:t>
            </a:r>
            <a:r>
              <a:rPr lang="en-US" sz="2400" b="1">
                <a:solidFill>
                  <a:srgbClr val="0D1B2A"/>
                </a:solidFill>
                <a:ea typeface="+mn-lt"/>
                <a:cs typeface="+mn-lt"/>
              </a:rPr>
              <a:t> </a:t>
            </a:r>
            <a:r>
              <a:rPr lang="en-US" sz="2400" b="1" err="1">
                <a:solidFill>
                  <a:srgbClr val="0D1B2A"/>
                </a:solidFill>
                <a:ea typeface="+mn-lt"/>
                <a:cs typeface="+mn-lt"/>
              </a:rPr>
              <a:t>opdrachtgever</a:t>
            </a:r>
            <a:endParaRPr lang="en-US" sz="2400">
              <a:ea typeface="Calibri"/>
              <a:cs typeface="Calibri"/>
            </a:endParaRPr>
          </a:p>
        </p:txBody>
      </p:sp>
      <p:sp>
        <p:nvSpPr>
          <p:cNvPr id="30" name="Text 16">
            <a:extLst>
              <a:ext uri="{FF2B5EF4-FFF2-40B4-BE49-F238E27FC236}">
                <a16:creationId xmlns:a16="http://schemas.microsoft.com/office/drawing/2014/main" id="{1F8542C9-A0A5-9EBF-9265-FA319E2C5D84}"/>
              </a:ext>
            </a:extLst>
          </p:cNvPr>
          <p:cNvSpPr/>
          <p:nvPr/>
        </p:nvSpPr>
        <p:spPr>
          <a:xfrm>
            <a:off x="6680200" y="5232400"/>
            <a:ext cx="5232400" cy="1168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228600" indent="-228600">
              <a:buSzPct val="100000"/>
              <a:buFont typeface="Arial"/>
              <a:buChar char="•"/>
            </a:pPr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Koeling</a:t>
            </a: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serverruimte</a:t>
            </a: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en</a:t>
            </a: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netwerkkasten</a:t>
            </a:r>
            <a:endParaRPr lang="en-US" sz="1600" err="1">
              <a:ea typeface="+mn-lt"/>
              <a:cs typeface="+mn-lt"/>
            </a:endParaRPr>
          </a:p>
          <a:p>
            <a:pPr marL="228600" indent="-228600">
              <a:buFont typeface="Arial"/>
              <a:buChar char="•"/>
            </a:pPr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Fysieke</a:t>
            </a: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bekabeling</a:t>
            </a: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 (UTP + fiber)</a:t>
            </a:r>
            <a:endParaRPr lang="en-US">
              <a:ea typeface="+mn-lt"/>
              <a:cs typeface="+mn-lt"/>
            </a:endParaRPr>
          </a:p>
          <a:p>
            <a:pPr marL="228600" indent="-228600">
              <a:buFont typeface="Arial"/>
              <a:buChar char="•"/>
            </a:pP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Racks, </a:t>
            </a:r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patchpanelen</a:t>
            </a: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en</a:t>
            </a: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kabelmanagement</a:t>
            </a:r>
            <a:endParaRPr lang="en-US" err="1"/>
          </a:p>
          <a:p>
            <a:pPr marL="228600" indent="-228600">
              <a:buFont typeface="Arial"/>
              <a:buChar char="•"/>
            </a:pP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UPS </a:t>
            </a:r>
            <a:r>
              <a:rPr lang="en-US" sz="1600" err="1">
                <a:solidFill>
                  <a:srgbClr val="1A2D3D"/>
                </a:solidFill>
                <a:ea typeface="+mn-lt"/>
                <a:cs typeface="+mn-lt"/>
              </a:rPr>
              <a:t>en</a:t>
            </a:r>
            <a:r>
              <a:rPr lang="en-US" sz="1600">
                <a:solidFill>
                  <a:srgbClr val="1A2D3D"/>
                </a:solidFill>
                <a:ea typeface="+mn-lt"/>
                <a:cs typeface="+mn-lt"/>
              </a:rPr>
              <a:t> PDU per rack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127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68194" cy="502920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/>
          <p:cNvSpPr/>
          <p:nvPr/>
        </p:nvSpPr>
        <p:spPr>
          <a:xfrm>
            <a:off x="0" y="6788444"/>
            <a:ext cx="12192000" cy="50292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11704320" y="6541556"/>
            <a:ext cx="426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6B8FA3"/>
                </a:solidFill>
                <a:ea typeface="Calibri"/>
                <a:cs typeface="Calibri"/>
              </a:rPr>
              <a:t>11</a:t>
            </a:r>
          </a:p>
        </p:txBody>
      </p:sp>
      <p:sp>
        <p:nvSpPr>
          <p:cNvPr id="6" name="Text 4"/>
          <p:cNvSpPr/>
          <p:nvPr/>
        </p:nvSpPr>
        <p:spPr>
          <a:xfrm>
            <a:off x="426750" y="9144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368300" y="660400"/>
            <a:ext cx="3708400" cy="1752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38100" dist="38100" dir="2700000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/>
          <p:nvPr/>
        </p:nvSpPr>
        <p:spPr>
          <a:xfrm>
            <a:off x="546100" y="889000"/>
            <a:ext cx="3352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€ 243.589</a:t>
            </a:r>
            <a:endParaRPr lang="en-US" sz="3200"/>
          </a:p>
        </p:txBody>
      </p:sp>
      <p:sp>
        <p:nvSpPr>
          <p:cNvPr id="9" name="Text 7"/>
          <p:cNvSpPr/>
          <p:nvPr/>
        </p:nvSpPr>
        <p:spPr>
          <a:xfrm>
            <a:off x="546100" y="1651000"/>
            <a:ext cx="3352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hardware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546100" y="2006600"/>
            <a:ext cx="3352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B0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eenmalig, incl. BTW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4229100" y="660400"/>
            <a:ext cx="3708400" cy="1752600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  <a:effectLst>
            <a:outerShdw blurRad="38100" dist="38100" dir="2700000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2" name="Text 10"/>
          <p:cNvSpPr/>
          <p:nvPr/>
        </p:nvSpPr>
        <p:spPr>
          <a:xfrm>
            <a:off x="4406900" y="889000"/>
            <a:ext cx="3352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€ 109.653</a:t>
            </a:r>
            <a:endParaRPr lang="en-US" sz="3200"/>
          </a:p>
        </p:txBody>
      </p:sp>
      <p:sp>
        <p:nvSpPr>
          <p:cNvPr id="13" name="Text 11"/>
          <p:cNvSpPr/>
          <p:nvPr/>
        </p:nvSpPr>
        <p:spPr>
          <a:xfrm>
            <a:off x="4406900" y="1651000"/>
            <a:ext cx="3352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 licenties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4406900" y="2006600"/>
            <a:ext cx="3352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B0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jaar totaal, incl. BTW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8089900" y="660400"/>
            <a:ext cx="3708400" cy="175260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  <a:effectLst>
            <a:outerShdw blurRad="38100" dist="38100" dir="2700000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6" name="Text 14"/>
          <p:cNvSpPr/>
          <p:nvPr/>
        </p:nvSpPr>
        <p:spPr>
          <a:xfrm>
            <a:off x="8267700" y="889000"/>
            <a:ext cx="3352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€ 353.241</a:t>
            </a:r>
            <a:endParaRPr lang="en-US" sz="3200"/>
          </a:p>
        </p:txBody>
      </p:sp>
      <p:sp>
        <p:nvSpPr>
          <p:cNvPr id="17" name="Text 15"/>
          <p:cNvSpPr/>
          <p:nvPr/>
        </p:nvSpPr>
        <p:spPr>
          <a:xfrm>
            <a:off x="8267700" y="1651000"/>
            <a:ext cx="3352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 3 jaar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8267700" y="2006600"/>
            <a:ext cx="3352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B0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totaal inclusief BTW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368300" y="2616200"/>
            <a:ext cx="11455400" cy="558800"/>
          </a:xfrm>
          <a:prstGeom prst="rect">
            <a:avLst/>
          </a:prstGeom>
          <a:solidFill>
            <a:srgbClr val="D8EEF5"/>
          </a:solidFill>
          <a:ln w="12700">
            <a:solidFill>
              <a:srgbClr val="D8EEF5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0" name="Text 18"/>
          <p:cNvSpPr/>
          <p:nvPr/>
        </p:nvSpPr>
        <p:spPr>
          <a:xfrm>
            <a:off x="546100" y="2743200"/>
            <a:ext cx="11099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SLTN-inkoopkorting 30% · excl. bekabeling, racks &amp; UPS · concept o.b.v. merakishop.nl / licensewise.nl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368300" y="3403600"/>
            <a:ext cx="11455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GROOTSTE POSTEN</a:t>
            </a:r>
            <a:endParaRPr lang="en-US" sz="1300"/>
          </a:p>
        </p:txBody>
      </p:sp>
      <p:sp>
        <p:nvSpPr>
          <p:cNvPr id="22" name="Shape 20"/>
          <p:cNvSpPr/>
          <p:nvPr/>
        </p:nvSpPr>
        <p:spPr>
          <a:xfrm>
            <a:off x="368300" y="3810000"/>
            <a:ext cx="114554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5"/>
            </a:solidFill>
            <a:prstDash val="solid"/>
          </a:ln>
          <a:effectLst>
            <a:outerShdw blurRad="101600" dist="25400" dir="2700000" algn="t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3" name="Shape 21"/>
          <p:cNvSpPr/>
          <p:nvPr/>
        </p:nvSpPr>
        <p:spPr>
          <a:xfrm>
            <a:off x="368300" y="3810000"/>
            <a:ext cx="11455400" cy="762000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4" name="Text 22"/>
          <p:cNvSpPr/>
          <p:nvPr/>
        </p:nvSpPr>
        <p:spPr>
          <a:xfrm>
            <a:off x="546100" y="4025900"/>
            <a:ext cx="9906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MR46 Wi-Fi 6 APs (66x)</a:t>
            </a:r>
            <a:endParaRPr lang="en-US" sz="1500"/>
          </a:p>
        </p:txBody>
      </p:sp>
      <p:sp>
        <p:nvSpPr>
          <p:cNvPr id="25" name="Text 23"/>
          <p:cNvSpPr/>
          <p:nvPr/>
        </p:nvSpPr>
        <p:spPr>
          <a:xfrm>
            <a:off x="10477500" y="4025900"/>
            <a:ext cx="127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€ 64.795,-</a:t>
            </a:r>
            <a:endParaRPr lang="en-US" sz="1500"/>
          </a:p>
        </p:txBody>
      </p:sp>
      <p:sp>
        <p:nvSpPr>
          <p:cNvPr id="26" name="Shape 24"/>
          <p:cNvSpPr/>
          <p:nvPr/>
        </p:nvSpPr>
        <p:spPr>
          <a:xfrm>
            <a:off x="368300" y="4749800"/>
            <a:ext cx="114554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5"/>
            </a:solidFill>
            <a:prstDash val="solid"/>
          </a:ln>
          <a:effectLst>
            <a:outerShdw blurRad="101600" dist="25400" dir="2700000" algn="t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7" name="Shape 25"/>
          <p:cNvSpPr/>
          <p:nvPr/>
        </p:nvSpPr>
        <p:spPr>
          <a:xfrm>
            <a:off x="368300" y="4749800"/>
            <a:ext cx="10553700" cy="762000"/>
          </a:xfrm>
          <a:prstGeom prst="rect">
            <a:avLst/>
          </a:prstGeom>
          <a:solidFill>
            <a:srgbClr val="0B6E8C">
              <a:alpha val="65000"/>
            </a:srgbClr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8" name="Text 26"/>
          <p:cNvSpPr/>
          <p:nvPr/>
        </p:nvSpPr>
        <p:spPr>
          <a:xfrm>
            <a:off x="546100" y="4965700"/>
            <a:ext cx="9906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1A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FortiGate 600F licenties (2x UTP)</a:t>
            </a:r>
            <a:endParaRPr lang="en-US" sz="1500"/>
          </a:p>
        </p:txBody>
      </p:sp>
      <p:sp>
        <p:nvSpPr>
          <p:cNvPr id="29" name="Text 27"/>
          <p:cNvSpPr/>
          <p:nvPr/>
        </p:nvSpPr>
        <p:spPr>
          <a:xfrm>
            <a:off x="9575800" y="4965700"/>
            <a:ext cx="127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€ 56.459,-</a:t>
            </a:r>
            <a:endParaRPr lang="en-US" sz="1500"/>
          </a:p>
        </p:txBody>
      </p:sp>
      <p:sp>
        <p:nvSpPr>
          <p:cNvPr id="30" name="Shape 28"/>
          <p:cNvSpPr/>
          <p:nvPr/>
        </p:nvSpPr>
        <p:spPr>
          <a:xfrm>
            <a:off x="368300" y="5689600"/>
            <a:ext cx="114554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5"/>
            </a:solidFill>
            <a:prstDash val="solid"/>
          </a:ln>
          <a:effectLst>
            <a:outerShdw blurRad="101600" dist="25400" dir="2700000" algn="t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31" name="Shape 29"/>
          <p:cNvSpPr/>
          <p:nvPr/>
        </p:nvSpPr>
        <p:spPr>
          <a:xfrm>
            <a:off x="368300" y="5689600"/>
            <a:ext cx="8255000" cy="762000"/>
          </a:xfrm>
          <a:prstGeom prst="rect">
            <a:avLst/>
          </a:prstGeom>
          <a:solidFill>
            <a:srgbClr val="0B6E8C">
              <a:alpha val="45000"/>
            </a:srgbClr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2" name="Text 30"/>
          <p:cNvSpPr/>
          <p:nvPr/>
        </p:nvSpPr>
        <p:spPr>
          <a:xfrm>
            <a:off x="546100" y="5905500"/>
            <a:ext cx="9906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1A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MS150-48T access switches (20x)</a:t>
            </a:r>
            <a:endParaRPr lang="en-US" sz="1500"/>
          </a:p>
        </p:txBody>
      </p:sp>
      <p:sp>
        <p:nvSpPr>
          <p:cNvPr id="33" name="Text 31"/>
          <p:cNvSpPr/>
          <p:nvPr/>
        </p:nvSpPr>
        <p:spPr>
          <a:xfrm>
            <a:off x="7277100" y="5905500"/>
            <a:ext cx="127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€ 40.317,-</a:t>
            </a: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173872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68194" cy="502920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/>
          <p:cNvSpPr/>
          <p:nvPr/>
        </p:nvSpPr>
        <p:spPr>
          <a:xfrm>
            <a:off x="0" y="6788444"/>
            <a:ext cx="12161520" cy="50292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11704320" y="6541556"/>
            <a:ext cx="426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6B8FA3"/>
                </a:solidFill>
                <a:latin typeface="Calibri"/>
                <a:ea typeface="Calibri"/>
                <a:cs typeface="Calibri"/>
              </a:rPr>
              <a:t>12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426750" y="9144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TESTFASE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401065" y="1163514"/>
            <a:ext cx="1133856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/>
          <p:nvPr/>
        </p:nvSpPr>
        <p:spPr>
          <a:xfrm>
            <a:off x="583945" y="119094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50"/>
          </a:p>
        </p:txBody>
      </p:sp>
      <p:sp>
        <p:nvSpPr>
          <p:cNvPr id="9" name="Text 7"/>
          <p:cNvSpPr/>
          <p:nvPr/>
        </p:nvSpPr>
        <p:spPr>
          <a:xfrm>
            <a:off x="3388045" y="119094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</a:t>
            </a:r>
            <a:endParaRPr lang="en-US" sz="950"/>
          </a:p>
        </p:txBody>
      </p:sp>
      <p:sp>
        <p:nvSpPr>
          <p:cNvPr id="10" name="Text 8"/>
          <p:cNvSpPr/>
          <p:nvPr/>
        </p:nvSpPr>
        <p:spPr>
          <a:xfrm>
            <a:off x="8021035" y="1190946"/>
            <a:ext cx="24384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WANNEER</a:t>
            </a:r>
            <a:endParaRPr lang="en-US" sz="950"/>
          </a:p>
        </p:txBody>
      </p:sp>
      <p:sp>
        <p:nvSpPr>
          <p:cNvPr id="11" name="Text 9"/>
          <p:cNvSpPr/>
          <p:nvPr/>
        </p:nvSpPr>
        <p:spPr>
          <a:xfrm>
            <a:off x="10703245" y="119094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</a:t>
            </a:r>
            <a:endParaRPr lang="en-US" sz="950"/>
          </a:p>
        </p:txBody>
      </p:sp>
      <p:sp>
        <p:nvSpPr>
          <p:cNvPr id="12" name="Shape 10"/>
          <p:cNvSpPr/>
          <p:nvPr/>
        </p:nvSpPr>
        <p:spPr>
          <a:xfrm>
            <a:off x="401065" y="1556706"/>
            <a:ext cx="113385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5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3" name="Shape 11"/>
          <p:cNvSpPr/>
          <p:nvPr/>
        </p:nvSpPr>
        <p:spPr>
          <a:xfrm>
            <a:off x="401065" y="1556706"/>
            <a:ext cx="73152" cy="713232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4" name="Text 12"/>
          <p:cNvSpPr/>
          <p:nvPr/>
        </p:nvSpPr>
        <p:spPr>
          <a:xfrm>
            <a:off x="583945" y="1703010"/>
            <a:ext cx="26822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Connectiviteitstest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3388045" y="170301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A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/ traceroute per VLAN</a:t>
            </a:r>
            <a:endParaRPr lang="en-US" sz="1050"/>
          </a:p>
        </p:txBody>
      </p:sp>
      <p:sp>
        <p:nvSpPr>
          <p:cNvPr id="16" name="Text 14"/>
          <p:cNvSpPr/>
          <p:nvPr/>
        </p:nvSpPr>
        <p:spPr>
          <a:xfrm>
            <a:off x="8021035" y="1703010"/>
            <a:ext cx="24384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NK-configuratie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10703245" y="170301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B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401065" y="2352234"/>
            <a:ext cx="11338560" cy="713232"/>
          </a:xfrm>
          <a:prstGeom prst="rect">
            <a:avLst/>
          </a:prstGeom>
          <a:solidFill>
            <a:srgbClr val="F4F8FA"/>
          </a:solidFill>
          <a:ln w="12700">
            <a:solidFill>
              <a:srgbClr val="D8EEF5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9" name="Shape 17"/>
          <p:cNvSpPr/>
          <p:nvPr/>
        </p:nvSpPr>
        <p:spPr>
          <a:xfrm>
            <a:off x="401065" y="2352234"/>
            <a:ext cx="73152" cy="713232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0" name="Text 18"/>
          <p:cNvSpPr/>
          <p:nvPr/>
        </p:nvSpPr>
        <p:spPr>
          <a:xfrm>
            <a:off x="583945" y="2498538"/>
            <a:ext cx="26822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VLAN-isolatietest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3388045" y="249853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A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Cross-VLAN verkeer geblokkeerd</a:t>
            </a:r>
            <a:endParaRPr lang="en-US" sz="1050"/>
          </a:p>
        </p:txBody>
      </p:sp>
      <p:sp>
        <p:nvSpPr>
          <p:cNvPr id="22" name="Text 20"/>
          <p:cNvSpPr/>
          <p:nvPr/>
        </p:nvSpPr>
        <p:spPr>
          <a:xfrm>
            <a:off x="8021035" y="2498538"/>
            <a:ext cx="24384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firewall-policies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10703245" y="249853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B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401065" y="3147762"/>
            <a:ext cx="113385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5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5" name="Shape 23"/>
          <p:cNvSpPr/>
          <p:nvPr/>
        </p:nvSpPr>
        <p:spPr>
          <a:xfrm>
            <a:off x="401065" y="3147762"/>
            <a:ext cx="73152" cy="713232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6" name="Text 24"/>
          <p:cNvSpPr/>
          <p:nvPr/>
        </p:nvSpPr>
        <p:spPr>
          <a:xfrm>
            <a:off x="583945" y="3294066"/>
            <a:ext cx="26822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WiFi-dekkingstest</a:t>
            </a:r>
            <a:endParaRPr lang="en-US" sz="1100"/>
          </a:p>
        </p:txBody>
      </p:sp>
      <p:sp>
        <p:nvSpPr>
          <p:cNvPr id="27" name="Text 25"/>
          <p:cNvSpPr/>
          <p:nvPr/>
        </p:nvSpPr>
        <p:spPr>
          <a:xfrm>
            <a:off x="3388045" y="3294066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A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RSSI per zone &gt; -70 dBm</a:t>
            </a:r>
            <a:endParaRPr lang="en-US" sz="1050"/>
          </a:p>
        </p:txBody>
      </p:sp>
      <p:sp>
        <p:nvSpPr>
          <p:cNvPr id="28" name="Text 26"/>
          <p:cNvSpPr/>
          <p:nvPr/>
        </p:nvSpPr>
        <p:spPr>
          <a:xfrm>
            <a:off x="8021035" y="3294066"/>
            <a:ext cx="24384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AP-montage</a:t>
            </a:r>
            <a:endParaRPr lang="en-US" sz="1000"/>
          </a:p>
        </p:txBody>
      </p:sp>
      <p:sp>
        <p:nvSpPr>
          <p:cNvPr id="29" name="Text 27"/>
          <p:cNvSpPr/>
          <p:nvPr/>
        </p:nvSpPr>
        <p:spPr>
          <a:xfrm>
            <a:off x="10703245" y="329406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B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</a:t>
            </a:r>
            <a:endParaRPr lang="en-US" sz="1000"/>
          </a:p>
        </p:txBody>
      </p:sp>
      <p:sp>
        <p:nvSpPr>
          <p:cNvPr id="30" name="Shape 28"/>
          <p:cNvSpPr/>
          <p:nvPr/>
        </p:nvSpPr>
        <p:spPr>
          <a:xfrm>
            <a:off x="401065" y="3943290"/>
            <a:ext cx="11338560" cy="713232"/>
          </a:xfrm>
          <a:prstGeom prst="rect">
            <a:avLst/>
          </a:prstGeom>
          <a:solidFill>
            <a:srgbClr val="F4F8FA"/>
          </a:solidFill>
          <a:ln w="12700">
            <a:solidFill>
              <a:srgbClr val="D8EEF5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1" name="Shape 29"/>
          <p:cNvSpPr/>
          <p:nvPr/>
        </p:nvSpPr>
        <p:spPr>
          <a:xfrm>
            <a:off x="401065" y="3943290"/>
            <a:ext cx="73152" cy="713232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2" name="Text 30"/>
          <p:cNvSpPr/>
          <p:nvPr/>
        </p:nvSpPr>
        <p:spPr>
          <a:xfrm>
            <a:off x="583945" y="4089594"/>
            <a:ext cx="26822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Failover-test</a:t>
            </a:r>
            <a:endParaRPr lang="en-US" sz="1100"/>
          </a:p>
        </p:txBody>
      </p:sp>
      <p:sp>
        <p:nvSpPr>
          <p:cNvPr id="33" name="Text 31"/>
          <p:cNvSpPr/>
          <p:nvPr/>
        </p:nvSpPr>
        <p:spPr>
          <a:xfrm>
            <a:off x="3388045" y="4089594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A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ISP-A </a:t>
            </a:r>
            <a:r>
              <a:rPr lang="en-US" sz="1050" err="1">
                <a:solidFill>
                  <a:srgbClr val="1A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uitschakelen</a:t>
            </a:r>
            <a:r>
              <a:rPr lang="en-US" sz="1050">
                <a:solidFill>
                  <a:srgbClr val="1A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SD-WAN</a:t>
            </a:r>
            <a:endParaRPr lang="en-US" sz="1050"/>
          </a:p>
        </p:txBody>
      </p:sp>
      <p:sp>
        <p:nvSpPr>
          <p:cNvPr id="34" name="Text 32"/>
          <p:cNvSpPr/>
          <p:nvPr/>
        </p:nvSpPr>
        <p:spPr>
          <a:xfrm>
            <a:off x="8021035" y="4089594"/>
            <a:ext cx="24384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Pre-oplevering</a:t>
            </a:r>
            <a:endParaRPr lang="en-US" sz="1000"/>
          </a:p>
        </p:txBody>
      </p:sp>
      <p:sp>
        <p:nvSpPr>
          <p:cNvPr id="35" name="Text 33"/>
          <p:cNvSpPr/>
          <p:nvPr/>
        </p:nvSpPr>
        <p:spPr>
          <a:xfrm>
            <a:off x="10703245" y="408959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B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</a:t>
            </a:r>
            <a:endParaRPr lang="en-US" sz="1000"/>
          </a:p>
        </p:txBody>
      </p:sp>
      <p:sp>
        <p:nvSpPr>
          <p:cNvPr id="36" name="Shape 34"/>
          <p:cNvSpPr/>
          <p:nvPr/>
        </p:nvSpPr>
        <p:spPr>
          <a:xfrm>
            <a:off x="401065" y="4738818"/>
            <a:ext cx="113385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5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7" name="Shape 35"/>
          <p:cNvSpPr/>
          <p:nvPr/>
        </p:nvSpPr>
        <p:spPr>
          <a:xfrm>
            <a:off x="401065" y="4738818"/>
            <a:ext cx="73152" cy="713232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8" name="Text 36"/>
          <p:cNvSpPr/>
          <p:nvPr/>
        </p:nvSpPr>
        <p:spPr>
          <a:xfrm>
            <a:off x="583945" y="4885122"/>
            <a:ext cx="26822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Gebruikersacceptatie</a:t>
            </a:r>
            <a:endParaRPr lang="en-US" sz="1100"/>
          </a:p>
        </p:txBody>
      </p:sp>
      <p:sp>
        <p:nvSpPr>
          <p:cNvPr id="39" name="Text 37"/>
          <p:cNvSpPr/>
          <p:nvPr/>
        </p:nvSpPr>
        <p:spPr>
          <a:xfrm>
            <a:off x="3388045" y="488512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A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Werkplek + VoIP + Guest WiFi live</a:t>
            </a:r>
            <a:endParaRPr lang="en-US" sz="1050"/>
          </a:p>
        </p:txBody>
      </p:sp>
      <p:sp>
        <p:nvSpPr>
          <p:cNvPr id="40" name="Text 38"/>
          <p:cNvSpPr/>
          <p:nvPr/>
        </p:nvSpPr>
        <p:spPr>
          <a:xfrm>
            <a:off x="8021035" y="4885122"/>
            <a:ext cx="24384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voor oplevering</a:t>
            </a:r>
            <a:endParaRPr lang="en-US" sz="1000"/>
          </a:p>
        </p:txBody>
      </p:sp>
      <p:sp>
        <p:nvSpPr>
          <p:cNvPr id="41" name="Text 39"/>
          <p:cNvSpPr/>
          <p:nvPr/>
        </p:nvSpPr>
        <p:spPr>
          <a:xfrm>
            <a:off x="10703245" y="488512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B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</a:t>
            </a:r>
            <a:endParaRPr lang="en-US"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68194" cy="502920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/>
          <p:cNvSpPr/>
          <p:nvPr/>
        </p:nvSpPr>
        <p:spPr>
          <a:xfrm>
            <a:off x="-8562" y="6822691"/>
            <a:ext cx="12161520" cy="50292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11841309" y="6575803"/>
            <a:ext cx="426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6B8FA3"/>
                </a:solidFill>
                <a:ea typeface="Calibri"/>
                <a:cs typeface="Calibri"/>
              </a:rPr>
              <a:t>13</a:t>
            </a:r>
          </a:p>
        </p:txBody>
      </p:sp>
      <p:sp>
        <p:nvSpPr>
          <p:cNvPr id="6" name="Text 4"/>
          <p:cNvSpPr/>
          <p:nvPr/>
        </p:nvSpPr>
        <p:spPr>
          <a:xfrm>
            <a:off x="426750" y="9144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RISICOANALYSE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401065" y="1172076"/>
            <a:ext cx="1133856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/>
          <p:nvPr/>
        </p:nvSpPr>
        <p:spPr>
          <a:xfrm>
            <a:off x="583945" y="1199508"/>
            <a:ext cx="42672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RISICO</a:t>
            </a:r>
            <a:endParaRPr lang="en-US" sz="950"/>
          </a:p>
        </p:txBody>
      </p:sp>
      <p:sp>
        <p:nvSpPr>
          <p:cNvPr id="9" name="Text 7"/>
          <p:cNvSpPr/>
          <p:nvPr/>
        </p:nvSpPr>
        <p:spPr>
          <a:xfrm>
            <a:off x="5094955" y="1199508"/>
            <a:ext cx="8534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50"/>
          </a:p>
        </p:txBody>
      </p:sp>
      <p:sp>
        <p:nvSpPr>
          <p:cNvPr id="10" name="Text 8"/>
          <p:cNvSpPr/>
          <p:nvPr/>
        </p:nvSpPr>
        <p:spPr>
          <a:xfrm>
            <a:off x="6192235" y="1199508"/>
            <a:ext cx="8534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</a:t>
            </a:r>
            <a:endParaRPr lang="en-US" sz="950"/>
          </a:p>
        </p:txBody>
      </p:sp>
      <p:sp>
        <p:nvSpPr>
          <p:cNvPr id="11" name="Text 9"/>
          <p:cNvSpPr/>
          <p:nvPr/>
        </p:nvSpPr>
        <p:spPr>
          <a:xfrm>
            <a:off x="7289515" y="1199508"/>
            <a:ext cx="41452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MAATREGEL</a:t>
            </a:r>
            <a:endParaRPr lang="en-US" sz="950"/>
          </a:p>
        </p:txBody>
      </p:sp>
      <p:sp>
        <p:nvSpPr>
          <p:cNvPr id="12" name="Shape 10"/>
          <p:cNvSpPr/>
          <p:nvPr/>
        </p:nvSpPr>
        <p:spPr>
          <a:xfrm>
            <a:off x="401065" y="1565268"/>
            <a:ext cx="113385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5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3" name="Shape 11"/>
          <p:cNvSpPr/>
          <p:nvPr/>
        </p:nvSpPr>
        <p:spPr>
          <a:xfrm>
            <a:off x="401065" y="1565268"/>
            <a:ext cx="73152" cy="713232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4" name="Text 12"/>
          <p:cNvSpPr/>
          <p:nvPr/>
        </p:nvSpPr>
        <p:spPr>
          <a:xfrm>
            <a:off x="583945" y="1693284"/>
            <a:ext cx="42672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ISP-uitval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5094955" y="1748148"/>
            <a:ext cx="54864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6" name="Text 14"/>
          <p:cNvSpPr/>
          <p:nvPr/>
        </p:nvSpPr>
        <p:spPr>
          <a:xfrm>
            <a:off x="5094955" y="174814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6192235" y="1748148"/>
            <a:ext cx="548640" cy="347472"/>
          </a:xfrm>
          <a:prstGeom prst="rect">
            <a:avLst/>
          </a:prstGeom>
          <a:solidFill>
            <a:srgbClr val="D6891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8" name="Text 16"/>
          <p:cNvSpPr/>
          <p:nvPr/>
        </p:nvSpPr>
        <p:spPr>
          <a:xfrm>
            <a:off x="6192235" y="174814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7106635" y="1674996"/>
            <a:ext cx="44501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ISP (ISP-A + ISP-B)  ·  SD-WAN failover via FortiGate</a:t>
            </a:r>
            <a:endParaRPr lang="en-US" sz="1000"/>
          </a:p>
        </p:txBody>
      </p:sp>
      <p:sp>
        <p:nvSpPr>
          <p:cNvPr id="20" name="Shape 18"/>
          <p:cNvSpPr/>
          <p:nvPr/>
        </p:nvSpPr>
        <p:spPr>
          <a:xfrm>
            <a:off x="401065" y="2360796"/>
            <a:ext cx="113385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5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1" name="Shape 19"/>
          <p:cNvSpPr/>
          <p:nvPr/>
        </p:nvSpPr>
        <p:spPr>
          <a:xfrm>
            <a:off x="401065" y="2360796"/>
            <a:ext cx="73152" cy="71323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2" name="Text 20"/>
          <p:cNvSpPr/>
          <p:nvPr/>
        </p:nvSpPr>
        <p:spPr>
          <a:xfrm>
            <a:off x="583945" y="2488812"/>
            <a:ext cx="42672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Oververhitting serverruimte</a:t>
            </a:r>
            <a:endParaRPr lang="en-US" sz="1200"/>
          </a:p>
        </p:txBody>
      </p:sp>
      <p:sp>
        <p:nvSpPr>
          <p:cNvPr id="23" name="Shape 21"/>
          <p:cNvSpPr/>
          <p:nvPr/>
        </p:nvSpPr>
        <p:spPr>
          <a:xfrm>
            <a:off x="5094955" y="2543676"/>
            <a:ext cx="54864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4" name="Text 22"/>
          <p:cNvSpPr/>
          <p:nvPr/>
        </p:nvSpPr>
        <p:spPr>
          <a:xfrm>
            <a:off x="5094955" y="2543676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100"/>
          </a:p>
        </p:txBody>
      </p:sp>
      <p:sp>
        <p:nvSpPr>
          <p:cNvPr id="25" name="Shape 23"/>
          <p:cNvSpPr/>
          <p:nvPr/>
        </p:nvSpPr>
        <p:spPr>
          <a:xfrm>
            <a:off x="6192235" y="2543676"/>
            <a:ext cx="548640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6" name="Text 24"/>
          <p:cNvSpPr/>
          <p:nvPr/>
        </p:nvSpPr>
        <p:spPr>
          <a:xfrm>
            <a:off x="6192235" y="2543676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100"/>
          </a:p>
        </p:txBody>
      </p:sp>
      <p:sp>
        <p:nvSpPr>
          <p:cNvPr id="27" name="Text 25"/>
          <p:cNvSpPr/>
          <p:nvPr/>
        </p:nvSpPr>
        <p:spPr>
          <a:xfrm>
            <a:off x="7106635" y="2470524"/>
            <a:ext cx="44501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err="1">
                <a:solidFill>
                  <a:srgbClr val="1A2D3D"/>
                </a:solidFill>
                <a:latin typeface="Calibri"/>
                <a:ea typeface="Calibri"/>
                <a:cs typeface="Calibri"/>
              </a:rPr>
              <a:t>Klimaatbewaking</a:t>
            </a:r>
            <a:r>
              <a:rPr lang="en-US" sz="1000">
                <a:solidFill>
                  <a:srgbClr val="1A2D3D"/>
                </a:solidFill>
                <a:latin typeface="Calibri"/>
                <a:ea typeface="Calibri"/>
                <a:cs typeface="Calibri"/>
              </a:rPr>
              <a:t>  ·  </a:t>
            </a:r>
            <a:r>
              <a:rPr lang="en-US" sz="1000" err="1">
                <a:solidFill>
                  <a:srgbClr val="1A2D3D"/>
                </a:solidFill>
                <a:latin typeface="Calibri"/>
                <a:ea typeface="Calibri"/>
                <a:cs typeface="Calibri"/>
              </a:rPr>
              <a:t>temperatuuralarm</a:t>
            </a:r>
          </a:p>
        </p:txBody>
      </p:sp>
      <p:sp>
        <p:nvSpPr>
          <p:cNvPr id="28" name="Shape 26"/>
          <p:cNvSpPr/>
          <p:nvPr/>
        </p:nvSpPr>
        <p:spPr>
          <a:xfrm>
            <a:off x="401065" y="3156324"/>
            <a:ext cx="113385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5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9" name="Shape 27"/>
          <p:cNvSpPr/>
          <p:nvPr/>
        </p:nvSpPr>
        <p:spPr>
          <a:xfrm>
            <a:off x="401065" y="3156324"/>
            <a:ext cx="73152" cy="713232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0" name="Text 28"/>
          <p:cNvSpPr/>
          <p:nvPr/>
        </p:nvSpPr>
        <p:spPr>
          <a:xfrm>
            <a:off x="583945" y="3284340"/>
            <a:ext cx="42672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Gast-WiFi buiten gebouw</a:t>
            </a:r>
            <a:endParaRPr lang="en-US" sz="1200"/>
          </a:p>
        </p:txBody>
      </p:sp>
      <p:sp>
        <p:nvSpPr>
          <p:cNvPr id="31" name="Shape 29"/>
          <p:cNvSpPr/>
          <p:nvPr/>
        </p:nvSpPr>
        <p:spPr>
          <a:xfrm>
            <a:off x="5094955" y="3339204"/>
            <a:ext cx="548640" cy="347472"/>
          </a:xfrm>
          <a:prstGeom prst="rect">
            <a:avLst/>
          </a:prstGeom>
          <a:solidFill>
            <a:srgbClr val="D6891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2" name="Text 30"/>
          <p:cNvSpPr/>
          <p:nvPr/>
        </p:nvSpPr>
        <p:spPr>
          <a:xfrm>
            <a:off x="5094955" y="333920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100"/>
          </a:p>
        </p:txBody>
      </p:sp>
      <p:sp>
        <p:nvSpPr>
          <p:cNvPr id="33" name="Shape 31"/>
          <p:cNvSpPr/>
          <p:nvPr/>
        </p:nvSpPr>
        <p:spPr>
          <a:xfrm>
            <a:off x="6192235" y="3339204"/>
            <a:ext cx="548640" cy="347472"/>
          </a:xfrm>
          <a:prstGeom prst="rect">
            <a:avLst/>
          </a:prstGeom>
          <a:solidFill>
            <a:srgbClr val="D6891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4" name="Text 32"/>
          <p:cNvSpPr/>
          <p:nvPr/>
        </p:nvSpPr>
        <p:spPr>
          <a:xfrm>
            <a:off x="6192235" y="333920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100"/>
          </a:p>
        </p:txBody>
      </p:sp>
      <p:sp>
        <p:nvSpPr>
          <p:cNvPr id="35" name="Text 33"/>
          <p:cNvSpPr/>
          <p:nvPr/>
        </p:nvSpPr>
        <p:spPr>
          <a:xfrm>
            <a:off x="7106635" y="3266052"/>
            <a:ext cx="44501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D3D"/>
                </a:solidFill>
                <a:latin typeface="Calibri"/>
                <a:ea typeface="Calibri"/>
                <a:cs typeface="Calibri"/>
              </a:rPr>
              <a:t>VLAN 90 client-</a:t>
            </a:r>
            <a:r>
              <a:rPr lang="en-US" sz="1000" err="1">
                <a:solidFill>
                  <a:srgbClr val="1A2D3D"/>
                </a:solidFill>
                <a:latin typeface="Calibri"/>
                <a:ea typeface="Calibri"/>
                <a:cs typeface="Calibri"/>
              </a:rPr>
              <a:t>isolatie</a:t>
            </a:r>
            <a:r>
              <a:rPr lang="en-US" sz="1000">
                <a:solidFill>
                  <a:srgbClr val="1A2D3D"/>
                </a:solidFill>
                <a:latin typeface="Calibri"/>
                <a:ea typeface="Calibri"/>
                <a:cs typeface="Calibri"/>
              </a:rPr>
              <a:t>  ·  </a:t>
            </a:r>
            <a:r>
              <a:rPr lang="en-US" sz="1000" err="1">
                <a:solidFill>
                  <a:srgbClr val="1A2D3D"/>
                </a:solidFill>
                <a:latin typeface="Calibri"/>
                <a:ea typeface="Calibri"/>
                <a:cs typeface="Calibri"/>
              </a:rPr>
              <a:t>signaalsterktebeperking</a:t>
            </a:r>
            <a:r>
              <a:rPr lang="en-US" sz="1000">
                <a:solidFill>
                  <a:srgbClr val="1A2D3D"/>
                </a:solidFill>
                <a:latin typeface="Calibri"/>
                <a:ea typeface="Calibri"/>
                <a:cs typeface="Calibri"/>
              </a:rPr>
              <a:t> APs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01065" y="3951852"/>
            <a:ext cx="113385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5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7" name="Shape 35"/>
          <p:cNvSpPr/>
          <p:nvPr/>
        </p:nvSpPr>
        <p:spPr>
          <a:xfrm>
            <a:off x="401065" y="3951852"/>
            <a:ext cx="73152" cy="71323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8" name="Text 36"/>
          <p:cNvSpPr/>
          <p:nvPr/>
        </p:nvSpPr>
        <p:spPr>
          <a:xfrm>
            <a:off x="583945" y="4079868"/>
            <a:ext cx="42672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Bekabelingsfout na oplevering</a:t>
            </a:r>
            <a:endParaRPr lang="en-US" sz="1200"/>
          </a:p>
        </p:txBody>
      </p:sp>
      <p:sp>
        <p:nvSpPr>
          <p:cNvPr id="39" name="Shape 37"/>
          <p:cNvSpPr/>
          <p:nvPr/>
        </p:nvSpPr>
        <p:spPr>
          <a:xfrm>
            <a:off x="5094955" y="4134732"/>
            <a:ext cx="548640" cy="347472"/>
          </a:xfrm>
          <a:prstGeom prst="rect">
            <a:avLst/>
          </a:prstGeom>
          <a:solidFill>
            <a:srgbClr val="D6891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0" name="Text 38"/>
          <p:cNvSpPr/>
          <p:nvPr/>
        </p:nvSpPr>
        <p:spPr>
          <a:xfrm>
            <a:off x="5094955" y="413473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100"/>
          </a:p>
        </p:txBody>
      </p:sp>
      <p:sp>
        <p:nvSpPr>
          <p:cNvPr id="41" name="Shape 39"/>
          <p:cNvSpPr/>
          <p:nvPr/>
        </p:nvSpPr>
        <p:spPr>
          <a:xfrm>
            <a:off x="6192235" y="4134732"/>
            <a:ext cx="548640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2" name="Text 40"/>
          <p:cNvSpPr/>
          <p:nvPr/>
        </p:nvSpPr>
        <p:spPr>
          <a:xfrm>
            <a:off x="6192235" y="413473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100"/>
          </a:p>
        </p:txBody>
      </p:sp>
      <p:sp>
        <p:nvSpPr>
          <p:cNvPr id="43" name="Text 41"/>
          <p:cNvSpPr/>
          <p:nvPr/>
        </p:nvSpPr>
        <p:spPr>
          <a:xfrm>
            <a:off x="7106635" y="4061580"/>
            <a:ext cx="44501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Testplan met kabeldocumentatie  ·  validatierapport</a:t>
            </a:r>
            <a:endParaRPr lang="en-US" sz="1000"/>
          </a:p>
        </p:txBody>
      </p:sp>
      <p:sp>
        <p:nvSpPr>
          <p:cNvPr id="44" name="Shape 42"/>
          <p:cNvSpPr/>
          <p:nvPr/>
        </p:nvSpPr>
        <p:spPr>
          <a:xfrm>
            <a:off x="401065" y="4747380"/>
            <a:ext cx="113385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5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5" name="Shape 43"/>
          <p:cNvSpPr/>
          <p:nvPr/>
        </p:nvSpPr>
        <p:spPr>
          <a:xfrm>
            <a:off x="401065" y="4747380"/>
            <a:ext cx="73152" cy="71323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6" name="Text 44"/>
          <p:cNvSpPr/>
          <p:nvPr/>
        </p:nvSpPr>
        <p:spPr>
          <a:xfrm>
            <a:off x="583945" y="4875396"/>
            <a:ext cx="42672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Meraki cloud dependency</a:t>
            </a:r>
            <a:endParaRPr lang="en-US" sz="1200"/>
          </a:p>
        </p:txBody>
      </p:sp>
      <p:sp>
        <p:nvSpPr>
          <p:cNvPr id="47" name="Shape 45"/>
          <p:cNvSpPr/>
          <p:nvPr/>
        </p:nvSpPr>
        <p:spPr>
          <a:xfrm>
            <a:off x="5094955" y="4930260"/>
            <a:ext cx="54864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8" name="Text 46"/>
          <p:cNvSpPr/>
          <p:nvPr/>
        </p:nvSpPr>
        <p:spPr>
          <a:xfrm>
            <a:off x="5094955" y="493026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100"/>
          </a:p>
        </p:txBody>
      </p:sp>
      <p:sp>
        <p:nvSpPr>
          <p:cNvPr id="49" name="Shape 47"/>
          <p:cNvSpPr/>
          <p:nvPr/>
        </p:nvSpPr>
        <p:spPr>
          <a:xfrm>
            <a:off x="6192235" y="4930260"/>
            <a:ext cx="548640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0" name="Text 48"/>
          <p:cNvSpPr/>
          <p:nvPr/>
        </p:nvSpPr>
        <p:spPr>
          <a:xfrm>
            <a:off x="6192235" y="493026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100"/>
          </a:p>
        </p:txBody>
      </p:sp>
      <p:sp>
        <p:nvSpPr>
          <p:cNvPr id="51" name="Text 49"/>
          <p:cNvSpPr/>
          <p:nvPr/>
        </p:nvSpPr>
        <p:spPr>
          <a:xfrm>
            <a:off x="7106635" y="4857108"/>
            <a:ext cx="44501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1A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config backup  · </a:t>
            </a:r>
            <a:r>
              <a:rPr lang="nl-NL" sz="1000"/>
              <a:t>wijzigingen plannen via change management.</a:t>
            </a:r>
            <a:endParaRPr lang="en-US"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CDC593-EAD4-7409-C2B4-D467FA47E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C378FB7-0011-7A3A-4E6D-09AFD5609C80}"/>
              </a:ext>
            </a:extLst>
          </p:cNvPr>
          <p:cNvSpPr/>
          <p:nvPr/>
        </p:nvSpPr>
        <p:spPr>
          <a:xfrm>
            <a:off x="0" y="0"/>
            <a:ext cx="12192000" cy="670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3AA0597-B18C-8AF8-FE50-882BAA74E84B}"/>
              </a:ext>
            </a:extLst>
          </p:cNvPr>
          <p:cNvSpPr/>
          <p:nvPr/>
        </p:nvSpPr>
        <p:spPr>
          <a:xfrm>
            <a:off x="0" y="0"/>
            <a:ext cx="268224" cy="670560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40D87E7-CBEC-0508-C09A-08A0746D0B7E}"/>
              </a:ext>
            </a:extLst>
          </p:cNvPr>
          <p:cNvSpPr/>
          <p:nvPr/>
        </p:nvSpPr>
        <p:spPr>
          <a:xfrm>
            <a:off x="11704320" y="6461760"/>
            <a:ext cx="426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200">
                <a:solidFill>
                  <a:srgbClr val="6B8FA3"/>
                </a:solidFill>
              </a:rPr>
              <a:t>14</a:t>
            </a:r>
            <a:endParaRPr lang="en-US" sz="12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E0DE4FD-1F41-B534-BE57-CD9B94C96103}"/>
              </a:ext>
            </a:extLst>
          </p:cNvPr>
          <p:cNvSpPr/>
          <p:nvPr/>
        </p:nvSpPr>
        <p:spPr>
          <a:xfrm>
            <a:off x="0" y="6790944"/>
            <a:ext cx="12192000" cy="67056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E3FDE71-3462-A2E8-FD5F-B156813546DC}"/>
              </a:ext>
            </a:extLst>
          </p:cNvPr>
          <p:cNvSpPr/>
          <p:nvPr/>
        </p:nvSpPr>
        <p:spPr>
          <a:xfrm>
            <a:off x="426720" y="121920"/>
            <a:ext cx="73152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67" b="1" kern="0" spc="267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NAZORG </a:t>
            </a:r>
            <a:endParaRPr lang="en-US" sz="1467">
              <a:latin typeface="Calibri"/>
              <a:ea typeface="Calibri"/>
              <a:cs typeface="Calibri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573AC90-4BD8-0B4E-CCBA-13B47D8618B7}"/>
              </a:ext>
            </a:extLst>
          </p:cNvPr>
          <p:cNvSpPr/>
          <p:nvPr/>
        </p:nvSpPr>
        <p:spPr>
          <a:xfrm>
            <a:off x="267789" y="1778000"/>
            <a:ext cx="11646279" cy="391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B065620-5368-FA0C-ED50-3C15FC6F27DA}"/>
              </a:ext>
            </a:extLst>
          </p:cNvPr>
          <p:cNvSpPr/>
          <p:nvPr/>
        </p:nvSpPr>
        <p:spPr>
          <a:xfrm>
            <a:off x="267789" y="1778000"/>
            <a:ext cx="11646280" cy="489250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A6C9AFB-5423-ED05-F963-7E5F070DE67E}"/>
              </a:ext>
            </a:extLst>
          </p:cNvPr>
          <p:cNvSpPr/>
          <p:nvPr/>
        </p:nvSpPr>
        <p:spPr>
          <a:xfrm>
            <a:off x="427854" y="1779570"/>
            <a:ext cx="51206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HYPERCARE  ·  2 WEKEN</a:t>
            </a:r>
            <a:endParaRPr lang="en-US" sz="1600"/>
          </a:p>
        </p:txBody>
      </p:sp>
      <p:sp>
        <p:nvSpPr>
          <p:cNvPr id="300" name="CardBg0"/>
          <p:cNvSpPr/>
          <p:nvPr/>
        </p:nvSpPr>
        <p:spPr>
          <a:xfrm>
            <a:off x="266700" y="2384650"/>
            <a:ext cx="22225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301" name="Circle0"/>
          <p:cNvSpPr/>
          <p:nvPr/>
        </p:nvSpPr>
        <p:spPr>
          <a:xfrm>
            <a:off x="946150" y="2587850"/>
            <a:ext cx="863600" cy="863600"/>
          </a:xfrm>
          <a:prstGeom prst="ellipse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02" name="Num0"/>
          <p:cNvSpPr>
            <a:spLocks noGrp="1"/>
          </p:cNvSpPr>
          <p:nvPr/>
        </p:nvSpPr>
        <p:spPr>
          <a:xfrm>
            <a:off x="946150" y="2587850"/>
            <a:ext cx="863600" cy="863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/>
          <a:p>
            <a:pPr algn="ctr">
              <a:buNone/>
            </a:pPr>
            <a:r>
              <a:rPr lang="nl-NL"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03" name="Title0"/>
          <p:cNvSpPr>
            <a:spLocks noGrp="1"/>
          </p:cNvSpPr>
          <p:nvPr/>
        </p:nvSpPr>
        <p:spPr>
          <a:xfrm>
            <a:off x="266700" y="3603850"/>
            <a:ext cx="2222500" cy="660400"/>
          </a:xfrm>
          <a:prstGeom prst="rect">
            <a:avLst/>
          </a:prstGeom>
          <a:noFill/>
          <a:ln>
            <a:noFill/>
          </a:ln>
        </p:spPr>
        <p:txBody>
          <a:bodyPr wrap="square" lIns="60960" tIns="0" rIns="60960" bIns="0" anchor="ctr"/>
          <a:lstStyle/>
          <a:p>
            <a:pPr marL="0" indent="0" algn="ctr">
              <a:buNone/>
            </a:pPr>
            <a:r>
              <a:rPr lang="nl-NL" sz="1600" b="1">
                <a:solidFill>
                  <a:srgbClr val="0D1B2A"/>
                </a:solidFill>
                <a:latin typeface="Calibri"/>
              </a:rPr>
              <a:t>Hoge prioriteit</a:t>
            </a:r>
          </a:p>
          <a:p>
            <a:pPr marL="0" indent="0" algn="ctr">
              <a:buNone/>
            </a:pPr>
            <a:r>
              <a:rPr lang="nl-NL" sz="1600" b="1">
                <a:solidFill>
                  <a:srgbClr val="0D1B2A"/>
                </a:solidFill>
                <a:latin typeface="Calibri"/>
              </a:rPr>
              <a:t>support</a:t>
            </a:r>
          </a:p>
        </p:txBody>
      </p:sp>
      <p:sp>
        <p:nvSpPr>
          <p:cNvPr id="304" name="Line0"/>
          <p:cNvSpPr/>
          <p:nvPr/>
        </p:nvSpPr>
        <p:spPr>
          <a:xfrm>
            <a:off x="495300" y="4238850"/>
            <a:ext cx="1765300" cy="38100"/>
          </a:xfrm>
          <a:prstGeom prst="rect">
            <a:avLst/>
          </a:prstGeom>
          <a:solidFill>
            <a:srgbClr val="D8EEF5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305" name="Bullets0"/>
          <p:cNvSpPr>
            <a:spLocks noGrp="1"/>
          </p:cNvSpPr>
          <p:nvPr/>
        </p:nvSpPr>
        <p:spPr>
          <a:xfrm>
            <a:off x="368300" y="4391250"/>
            <a:ext cx="2019300" cy="152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0960" rIns="60960" bIns="6096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nl-NL" sz="1400">
                <a:solidFill>
                  <a:srgbClr val="0B6E8C"/>
                </a:solidFill>
                <a:latin typeface="Calibri"/>
              </a:rPr>
              <a:t>Direct na oplevering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nl-NL" sz="1400">
                <a:solidFill>
                  <a:srgbClr val="0B6E8C"/>
                </a:solidFill>
                <a:latin typeface="Calibri"/>
              </a:rPr>
              <a:t>Dedicated contactpersoon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nl-NL" sz="1400">
                <a:solidFill>
                  <a:srgbClr val="0B6E8C"/>
                </a:solidFill>
                <a:latin typeface="Calibri"/>
              </a:rPr>
              <a:t>Response binnen 2 uur</a:t>
            </a:r>
          </a:p>
        </p:txBody>
      </p:sp>
      <p:sp>
        <p:nvSpPr>
          <p:cNvPr id="310" name="CardBg1"/>
          <p:cNvSpPr/>
          <p:nvPr/>
        </p:nvSpPr>
        <p:spPr>
          <a:xfrm>
            <a:off x="2616200" y="2384650"/>
            <a:ext cx="22225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311" name="Circle1"/>
          <p:cNvSpPr/>
          <p:nvPr/>
        </p:nvSpPr>
        <p:spPr>
          <a:xfrm>
            <a:off x="3295650" y="2587850"/>
            <a:ext cx="863600" cy="863600"/>
          </a:xfrm>
          <a:prstGeom prst="ellipse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12" name="Num1"/>
          <p:cNvSpPr>
            <a:spLocks noGrp="1"/>
          </p:cNvSpPr>
          <p:nvPr/>
        </p:nvSpPr>
        <p:spPr>
          <a:xfrm>
            <a:off x="3295650" y="2587850"/>
            <a:ext cx="863600" cy="863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/>
          <a:p>
            <a:pPr algn="ctr">
              <a:buNone/>
            </a:pPr>
            <a:r>
              <a:rPr lang="nl-NL"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13" name="Title1"/>
          <p:cNvSpPr>
            <a:spLocks noGrp="1"/>
          </p:cNvSpPr>
          <p:nvPr/>
        </p:nvSpPr>
        <p:spPr>
          <a:xfrm>
            <a:off x="2616200" y="3603850"/>
            <a:ext cx="2222500" cy="660400"/>
          </a:xfrm>
          <a:prstGeom prst="rect">
            <a:avLst/>
          </a:prstGeom>
          <a:noFill/>
          <a:ln>
            <a:noFill/>
          </a:ln>
        </p:spPr>
        <p:txBody>
          <a:bodyPr wrap="square" lIns="60960" tIns="0" rIns="60960" bIns="0" anchor="ctr"/>
          <a:lstStyle/>
          <a:p>
            <a:pPr marL="0" indent="0" algn="ctr">
              <a:buNone/>
            </a:pPr>
            <a:r>
              <a:rPr lang="nl-NL" sz="1600" b="1">
                <a:solidFill>
                  <a:srgbClr val="0D1B2A"/>
                </a:solidFill>
                <a:latin typeface="Calibri"/>
              </a:rPr>
              <a:t>Monitoring</a:t>
            </a:r>
          </a:p>
          <a:p>
            <a:pPr marL="0" indent="0" algn="ctr">
              <a:buNone/>
            </a:pPr>
            <a:r>
              <a:rPr lang="nl-NL" sz="1600" b="1">
                <a:solidFill>
                  <a:srgbClr val="0D1B2A"/>
                </a:solidFill>
                <a:latin typeface="Calibri"/>
              </a:rPr>
              <a:t>netwerk &amp; servers</a:t>
            </a:r>
          </a:p>
        </p:txBody>
      </p:sp>
      <p:sp>
        <p:nvSpPr>
          <p:cNvPr id="314" name="Line1"/>
          <p:cNvSpPr/>
          <p:nvPr/>
        </p:nvSpPr>
        <p:spPr>
          <a:xfrm>
            <a:off x="2844800" y="4238850"/>
            <a:ext cx="1765300" cy="38100"/>
          </a:xfrm>
          <a:prstGeom prst="rect">
            <a:avLst/>
          </a:prstGeom>
          <a:solidFill>
            <a:srgbClr val="D8EEF5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315" name="Bullets1"/>
          <p:cNvSpPr>
            <a:spLocks noGrp="1"/>
          </p:cNvSpPr>
          <p:nvPr/>
        </p:nvSpPr>
        <p:spPr>
          <a:xfrm>
            <a:off x="2717800" y="4391250"/>
            <a:ext cx="2019300" cy="152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0960" rIns="60960" bIns="6096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nl-NL" sz="1400">
                <a:solidFill>
                  <a:srgbClr val="0B6E8C"/>
                </a:solidFill>
                <a:latin typeface="Calibri"/>
              </a:rPr>
              <a:t>Intensieve monitoring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nl-NL" sz="1400">
                <a:solidFill>
                  <a:srgbClr val="0B6E8C"/>
                </a:solidFill>
                <a:latin typeface="Calibri"/>
              </a:rPr>
              <a:t>Netwerk &amp; servers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nl-NL" sz="1400">
                <a:solidFill>
                  <a:srgbClr val="0B6E8C"/>
                </a:solidFill>
                <a:latin typeface="Calibri"/>
              </a:rPr>
              <a:t>24/7 </a:t>
            </a:r>
            <a:r>
              <a:rPr lang="nl-NL" sz="1400" err="1">
                <a:solidFill>
                  <a:srgbClr val="0B6E8C"/>
                </a:solidFill>
                <a:latin typeface="Calibri"/>
              </a:rPr>
              <a:t>alerting</a:t>
            </a:r>
            <a:r>
              <a:rPr lang="nl-NL" sz="1400">
                <a:solidFill>
                  <a:srgbClr val="0B6E8C"/>
                </a:solidFill>
                <a:latin typeface="Calibri"/>
              </a:rPr>
              <a:t> actief</a:t>
            </a:r>
          </a:p>
        </p:txBody>
      </p:sp>
      <p:sp>
        <p:nvSpPr>
          <p:cNvPr id="320" name="CardBg2"/>
          <p:cNvSpPr/>
          <p:nvPr/>
        </p:nvSpPr>
        <p:spPr>
          <a:xfrm>
            <a:off x="4965700" y="2384650"/>
            <a:ext cx="22225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321" name="Circle2"/>
          <p:cNvSpPr/>
          <p:nvPr/>
        </p:nvSpPr>
        <p:spPr>
          <a:xfrm>
            <a:off x="5645150" y="2587850"/>
            <a:ext cx="863600" cy="863600"/>
          </a:xfrm>
          <a:prstGeom prst="ellipse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22" name="Num2"/>
          <p:cNvSpPr>
            <a:spLocks noGrp="1"/>
          </p:cNvSpPr>
          <p:nvPr/>
        </p:nvSpPr>
        <p:spPr>
          <a:xfrm>
            <a:off x="5645150" y="2587850"/>
            <a:ext cx="863600" cy="863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/>
          <a:p>
            <a:pPr algn="ctr">
              <a:buNone/>
            </a:pPr>
            <a:r>
              <a:rPr lang="nl-NL"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23" name="Title2"/>
          <p:cNvSpPr>
            <a:spLocks noGrp="1"/>
          </p:cNvSpPr>
          <p:nvPr/>
        </p:nvSpPr>
        <p:spPr>
          <a:xfrm>
            <a:off x="4965700" y="3603850"/>
            <a:ext cx="2222500" cy="660400"/>
          </a:xfrm>
          <a:prstGeom prst="rect">
            <a:avLst/>
          </a:prstGeom>
          <a:noFill/>
          <a:ln>
            <a:noFill/>
          </a:ln>
        </p:spPr>
        <p:txBody>
          <a:bodyPr wrap="square" lIns="60960" tIns="0" rIns="60960" bIns="0" anchor="ctr"/>
          <a:lstStyle/>
          <a:p>
            <a:pPr marL="0" indent="0" algn="ctr">
              <a:buNone/>
            </a:pPr>
            <a:r>
              <a:rPr lang="nl-NL" sz="1600" b="1">
                <a:solidFill>
                  <a:srgbClr val="0D1B2A"/>
                </a:solidFill>
                <a:latin typeface="Calibri"/>
              </a:rPr>
              <a:t>Escalatie</a:t>
            </a:r>
          </a:p>
          <a:p>
            <a:pPr marL="0" indent="0" algn="ctr">
              <a:buNone/>
            </a:pPr>
            <a:r>
              <a:rPr lang="nl-NL" sz="1600" b="1">
                <a:solidFill>
                  <a:srgbClr val="0D1B2A"/>
                </a:solidFill>
                <a:latin typeface="Calibri"/>
              </a:rPr>
              <a:t>procedure actief</a:t>
            </a:r>
          </a:p>
        </p:txBody>
      </p:sp>
      <p:sp>
        <p:nvSpPr>
          <p:cNvPr id="324" name="Line2"/>
          <p:cNvSpPr/>
          <p:nvPr/>
        </p:nvSpPr>
        <p:spPr>
          <a:xfrm>
            <a:off x="5194300" y="4238850"/>
            <a:ext cx="1765300" cy="38100"/>
          </a:xfrm>
          <a:prstGeom prst="rect">
            <a:avLst/>
          </a:prstGeom>
          <a:solidFill>
            <a:srgbClr val="D8EEF5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325" name="Bullets2"/>
          <p:cNvSpPr>
            <a:spLocks noGrp="1"/>
          </p:cNvSpPr>
          <p:nvPr/>
        </p:nvSpPr>
        <p:spPr>
          <a:xfrm>
            <a:off x="5067300" y="4391250"/>
            <a:ext cx="2019300" cy="152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0960" rIns="60960" bIns="6096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nl-NL" sz="1400">
                <a:solidFill>
                  <a:srgbClr val="0B6E8C"/>
                </a:solidFill>
                <a:latin typeface="Calibri"/>
              </a:rPr>
              <a:t>Escalatieroute actief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nl-NL" sz="1400">
                <a:solidFill>
                  <a:srgbClr val="0B6E8C"/>
                </a:solidFill>
                <a:latin typeface="Calibri"/>
              </a:rPr>
              <a:t>De-escalatie geborgd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nl-NL" sz="1400">
                <a:solidFill>
                  <a:srgbClr val="0B6E8C"/>
                </a:solidFill>
                <a:latin typeface="Calibri"/>
              </a:rPr>
              <a:t>Vaste escalatielijn</a:t>
            </a:r>
          </a:p>
        </p:txBody>
      </p:sp>
      <p:sp>
        <p:nvSpPr>
          <p:cNvPr id="330" name="CardBg3"/>
          <p:cNvSpPr/>
          <p:nvPr/>
        </p:nvSpPr>
        <p:spPr>
          <a:xfrm>
            <a:off x="7315200" y="2384650"/>
            <a:ext cx="22225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331" name="Circle3"/>
          <p:cNvSpPr/>
          <p:nvPr/>
        </p:nvSpPr>
        <p:spPr>
          <a:xfrm>
            <a:off x="7994650" y="2587850"/>
            <a:ext cx="863600" cy="863600"/>
          </a:xfrm>
          <a:prstGeom prst="ellipse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32" name="Num3"/>
          <p:cNvSpPr>
            <a:spLocks noGrp="1"/>
          </p:cNvSpPr>
          <p:nvPr/>
        </p:nvSpPr>
        <p:spPr>
          <a:xfrm>
            <a:off x="7994650" y="2587850"/>
            <a:ext cx="863600" cy="863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/>
          <a:p>
            <a:pPr algn="ctr">
              <a:buNone/>
            </a:pPr>
            <a:r>
              <a:rPr lang="nl-NL"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3" name="Title3"/>
          <p:cNvSpPr>
            <a:spLocks noGrp="1"/>
          </p:cNvSpPr>
          <p:nvPr/>
        </p:nvSpPr>
        <p:spPr>
          <a:xfrm>
            <a:off x="7315200" y="3603850"/>
            <a:ext cx="2222500" cy="660400"/>
          </a:xfrm>
          <a:prstGeom prst="rect">
            <a:avLst/>
          </a:prstGeom>
          <a:noFill/>
          <a:ln>
            <a:noFill/>
          </a:ln>
        </p:spPr>
        <p:txBody>
          <a:bodyPr wrap="square" lIns="60960" tIns="0" rIns="60960" bIns="0" anchor="ctr"/>
          <a:lstStyle/>
          <a:p>
            <a:pPr marL="0" indent="0" algn="ctr">
              <a:buNone/>
            </a:pPr>
            <a:r>
              <a:rPr lang="nl-NL" sz="1600" b="1">
                <a:solidFill>
                  <a:srgbClr val="0D1B2A"/>
                </a:solidFill>
                <a:latin typeface="Calibri"/>
              </a:rPr>
              <a:t>Dagelijkse</a:t>
            </a:r>
          </a:p>
          <a:p>
            <a:pPr marL="0" indent="0" algn="ctr">
              <a:buNone/>
            </a:pPr>
            <a:r>
              <a:rPr lang="nl-NL" sz="1600" b="1">
                <a:solidFill>
                  <a:srgbClr val="0D1B2A"/>
                </a:solidFill>
                <a:latin typeface="Calibri"/>
              </a:rPr>
              <a:t>statuscheck</a:t>
            </a:r>
          </a:p>
        </p:txBody>
      </p:sp>
      <p:sp>
        <p:nvSpPr>
          <p:cNvPr id="334" name="Line3"/>
          <p:cNvSpPr/>
          <p:nvPr/>
        </p:nvSpPr>
        <p:spPr>
          <a:xfrm>
            <a:off x="7543800" y="4238850"/>
            <a:ext cx="1765300" cy="38100"/>
          </a:xfrm>
          <a:prstGeom prst="rect">
            <a:avLst/>
          </a:prstGeom>
          <a:solidFill>
            <a:srgbClr val="D8EEF5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335" name="Bullets3"/>
          <p:cNvSpPr>
            <a:spLocks noGrp="1"/>
          </p:cNvSpPr>
          <p:nvPr/>
        </p:nvSpPr>
        <p:spPr>
          <a:xfrm>
            <a:off x="7416800" y="4391250"/>
            <a:ext cx="2019300" cy="152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0960" rIns="60960" bIns="6096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nl-NL" sz="1400">
                <a:solidFill>
                  <a:srgbClr val="0B6E8C"/>
                </a:solidFill>
                <a:latin typeface="Calibri"/>
              </a:rPr>
              <a:t>Eerste week dagelijks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nl-NL" sz="1400">
                <a:solidFill>
                  <a:srgbClr val="0B6E8C"/>
                </a:solidFill>
                <a:latin typeface="Calibri"/>
              </a:rPr>
              <a:t>Voortgangsrapportage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nl-NL" sz="1400">
                <a:solidFill>
                  <a:srgbClr val="0B6E8C"/>
                </a:solidFill>
                <a:latin typeface="Calibri"/>
              </a:rPr>
              <a:t>Directe terugkoppeling</a:t>
            </a:r>
          </a:p>
        </p:txBody>
      </p:sp>
      <p:sp>
        <p:nvSpPr>
          <p:cNvPr id="340" name="CardBg4"/>
          <p:cNvSpPr/>
          <p:nvPr/>
        </p:nvSpPr>
        <p:spPr>
          <a:xfrm>
            <a:off x="9664700" y="2384650"/>
            <a:ext cx="22225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341" name="Circle4"/>
          <p:cNvSpPr/>
          <p:nvPr/>
        </p:nvSpPr>
        <p:spPr>
          <a:xfrm>
            <a:off x="10344150" y="2587850"/>
            <a:ext cx="863600" cy="863600"/>
          </a:xfrm>
          <a:prstGeom prst="ellipse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42" name="Num4"/>
          <p:cNvSpPr>
            <a:spLocks noGrp="1"/>
          </p:cNvSpPr>
          <p:nvPr/>
        </p:nvSpPr>
        <p:spPr>
          <a:xfrm>
            <a:off x="10344150" y="2587850"/>
            <a:ext cx="863600" cy="863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/>
          <a:p>
            <a:pPr algn="ctr">
              <a:buNone/>
            </a:pPr>
            <a:r>
              <a:rPr lang="nl-NL"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3" name="Title4"/>
          <p:cNvSpPr>
            <a:spLocks noGrp="1"/>
          </p:cNvSpPr>
          <p:nvPr/>
        </p:nvSpPr>
        <p:spPr>
          <a:xfrm>
            <a:off x="9664700" y="3603850"/>
            <a:ext cx="2222500" cy="660400"/>
          </a:xfrm>
          <a:prstGeom prst="rect">
            <a:avLst/>
          </a:prstGeom>
          <a:noFill/>
          <a:ln>
            <a:noFill/>
          </a:ln>
        </p:spPr>
        <p:txBody>
          <a:bodyPr wrap="square" lIns="60960" tIns="0" rIns="60960" bIns="0" anchor="ctr"/>
          <a:lstStyle/>
          <a:p>
            <a:pPr marL="0" indent="0" algn="ctr">
              <a:buNone/>
            </a:pPr>
            <a:r>
              <a:rPr lang="nl-NL" sz="1600" b="1">
                <a:solidFill>
                  <a:srgbClr val="0D1B2A"/>
                </a:solidFill>
                <a:latin typeface="Calibri"/>
              </a:rPr>
              <a:t>Overgang naar</a:t>
            </a:r>
          </a:p>
          <a:p>
            <a:pPr marL="0" indent="0" algn="ctr">
              <a:buNone/>
            </a:pPr>
            <a:r>
              <a:rPr lang="nl-NL" sz="1600" b="1">
                <a:solidFill>
                  <a:srgbClr val="0D1B2A"/>
                </a:solidFill>
                <a:latin typeface="Calibri"/>
              </a:rPr>
              <a:t>regulier SLA</a:t>
            </a:r>
          </a:p>
        </p:txBody>
      </p:sp>
      <p:sp>
        <p:nvSpPr>
          <p:cNvPr id="344" name="Line4"/>
          <p:cNvSpPr/>
          <p:nvPr/>
        </p:nvSpPr>
        <p:spPr>
          <a:xfrm>
            <a:off x="9893300" y="4238850"/>
            <a:ext cx="1765300" cy="38100"/>
          </a:xfrm>
          <a:prstGeom prst="rect">
            <a:avLst/>
          </a:prstGeom>
          <a:solidFill>
            <a:srgbClr val="D8EEF5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345" name="Bullets4"/>
          <p:cNvSpPr>
            <a:spLocks noGrp="1"/>
          </p:cNvSpPr>
          <p:nvPr/>
        </p:nvSpPr>
        <p:spPr>
          <a:xfrm>
            <a:off x="9766300" y="4391250"/>
            <a:ext cx="2019300" cy="152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0960" rIns="60960" bIns="6096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nl-NL" sz="1400">
                <a:solidFill>
                  <a:srgbClr val="0B6E8C"/>
                </a:solidFill>
                <a:latin typeface="Calibri"/>
              </a:rPr>
              <a:t>Na week 2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nl-NL" sz="1400">
                <a:solidFill>
                  <a:srgbClr val="0B6E8C"/>
                </a:solidFill>
                <a:latin typeface="Calibri"/>
              </a:rPr>
              <a:t>Regulier SLA van kracht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nl-NL" sz="1400">
                <a:solidFill>
                  <a:srgbClr val="0B6E8C"/>
                </a:solidFill>
                <a:latin typeface="Calibri"/>
              </a:rPr>
              <a:t>Overdracht afgerond</a:t>
            </a:r>
          </a:p>
        </p:txBody>
      </p:sp>
    </p:spTree>
    <p:extLst>
      <p:ext uri="{BB962C8B-B14F-4D97-AF65-F5344CB8AC3E}">
        <p14:creationId xmlns:p14="http://schemas.microsoft.com/office/powerpoint/2010/main" val="11038092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70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68224" cy="670560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" name="Shape 3"/>
          <p:cNvSpPr/>
          <p:nvPr/>
        </p:nvSpPr>
        <p:spPr>
          <a:xfrm>
            <a:off x="0" y="6790944"/>
            <a:ext cx="12192000" cy="67056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" name="Text 4"/>
          <p:cNvSpPr/>
          <p:nvPr/>
        </p:nvSpPr>
        <p:spPr>
          <a:xfrm>
            <a:off x="426720" y="121920"/>
            <a:ext cx="73152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50" b="1" kern="0" spc="267">
                <a:solidFill>
                  <a:srgbClr val="FFFFFF"/>
                </a:solidFill>
                <a:ea typeface="Calibri"/>
                <a:cs typeface="Calibri"/>
              </a:rPr>
              <a:t>HYPERCARE (INTENSIEVE ONDERSTEUNING FASE)</a:t>
            </a:r>
            <a:endParaRPr lang="en-US" sz="3200"/>
          </a:p>
        </p:txBody>
      </p:sp>
      <p:sp>
        <p:nvSpPr>
          <p:cNvPr id="88" name="Shape 1">
            <a:extLst>
              <a:ext uri="{FF2B5EF4-FFF2-40B4-BE49-F238E27FC236}">
                <a16:creationId xmlns:a16="http://schemas.microsoft.com/office/drawing/2014/main" id="{4005BE62-1961-89B5-77F9-B32FB72760DB}"/>
              </a:ext>
            </a:extLst>
          </p:cNvPr>
          <p:cNvSpPr/>
          <p:nvPr/>
        </p:nvSpPr>
        <p:spPr>
          <a:xfrm>
            <a:off x="266700" y="2222500"/>
            <a:ext cx="2209800" cy="20320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E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92" name="Text 3">
            <a:extLst>
              <a:ext uri="{FF2B5EF4-FFF2-40B4-BE49-F238E27FC236}">
                <a16:creationId xmlns:a16="http://schemas.microsoft.com/office/drawing/2014/main" id="{5B29658D-243E-9713-A5F4-CBF25626AFD2}"/>
              </a:ext>
            </a:extLst>
          </p:cNvPr>
          <p:cNvSpPr/>
          <p:nvPr/>
        </p:nvSpPr>
        <p:spPr>
          <a:xfrm>
            <a:off x="266700" y="3111500"/>
            <a:ext cx="2209800" cy="889000"/>
          </a:xfrm>
          <a:prstGeom prst="rect">
            <a:avLst/>
          </a:prstGeom>
          <a:noFill/>
          <a:ln/>
        </p:spPr>
        <p:txBody>
          <a:bodyPr wrap="square" lIns="60960" tIns="60960" rIns="6096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nl-NL" sz="1400" b="1">
                <a:solidFill>
                  <a:srgbClr val="1A2D3D"/>
                </a:solidFill>
                <a:latin typeface="Calibri"/>
              </a:rPr>
              <a:t>1e lijns ondersteuning</a:t>
            </a:r>
          </a:p>
          <a:p>
            <a:pPr algn="ctr">
              <a:buNone/>
            </a:pPr>
            <a:r>
              <a:rPr lang="nl-NL" sz="1400" b="0">
                <a:solidFill>
                  <a:srgbClr val="1A2D3D"/>
                </a:solidFill>
                <a:latin typeface="Calibri"/>
              </a:rPr>
              <a:t>(Service desk)</a:t>
            </a:r>
          </a:p>
        </p:txBody>
      </p:sp>
      <p:sp>
        <p:nvSpPr>
          <p:cNvPr id="94" name="Shape 4">
            <a:extLst>
              <a:ext uri="{FF2B5EF4-FFF2-40B4-BE49-F238E27FC236}">
                <a16:creationId xmlns:a16="http://schemas.microsoft.com/office/drawing/2014/main" id="{A2F1126E-1D32-2A86-34D0-69F4BDD64BC5}"/>
              </a:ext>
            </a:extLst>
          </p:cNvPr>
          <p:cNvSpPr/>
          <p:nvPr/>
        </p:nvSpPr>
        <p:spPr>
          <a:xfrm>
            <a:off x="2476500" y="3238500"/>
            <a:ext cx="10160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96" name="Shape 5">
            <a:extLst>
              <a:ext uri="{FF2B5EF4-FFF2-40B4-BE49-F238E27FC236}">
                <a16:creationId xmlns:a16="http://schemas.microsoft.com/office/drawing/2014/main" id="{0A76BA38-19AA-71CA-9EB0-A16BE2FD23BA}"/>
              </a:ext>
            </a:extLst>
          </p:cNvPr>
          <p:cNvSpPr/>
          <p:nvPr/>
        </p:nvSpPr>
        <p:spPr>
          <a:xfrm>
            <a:off x="2578100" y="2222500"/>
            <a:ext cx="2209800" cy="20320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E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00" name="Text 7">
            <a:extLst>
              <a:ext uri="{FF2B5EF4-FFF2-40B4-BE49-F238E27FC236}">
                <a16:creationId xmlns:a16="http://schemas.microsoft.com/office/drawing/2014/main" id="{ABF083A8-4F51-211B-2ABF-C9E91EFAB31C}"/>
              </a:ext>
            </a:extLst>
          </p:cNvPr>
          <p:cNvSpPr/>
          <p:nvPr/>
        </p:nvSpPr>
        <p:spPr>
          <a:xfrm>
            <a:off x="2578100" y="3111500"/>
            <a:ext cx="2209800" cy="889000"/>
          </a:xfrm>
          <a:prstGeom prst="rect">
            <a:avLst/>
          </a:prstGeom>
          <a:noFill/>
          <a:ln/>
        </p:spPr>
        <p:txBody>
          <a:bodyPr wrap="square" lIns="60960" tIns="60960" rIns="6096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nl-NL" sz="1400" b="1">
                <a:solidFill>
                  <a:srgbClr val="1A2D3D"/>
                </a:solidFill>
                <a:latin typeface="Calibri"/>
              </a:rPr>
              <a:t>2e lijns ondersteuning</a:t>
            </a:r>
          </a:p>
        </p:txBody>
      </p:sp>
      <p:sp>
        <p:nvSpPr>
          <p:cNvPr id="102" name="Shape 8">
            <a:extLst>
              <a:ext uri="{FF2B5EF4-FFF2-40B4-BE49-F238E27FC236}">
                <a16:creationId xmlns:a16="http://schemas.microsoft.com/office/drawing/2014/main" id="{279E6149-4EA6-43F1-1327-135AD0B1466A}"/>
              </a:ext>
            </a:extLst>
          </p:cNvPr>
          <p:cNvSpPr/>
          <p:nvPr/>
        </p:nvSpPr>
        <p:spPr>
          <a:xfrm>
            <a:off x="4787900" y="3238500"/>
            <a:ext cx="10160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04" name="Shape 9">
            <a:extLst>
              <a:ext uri="{FF2B5EF4-FFF2-40B4-BE49-F238E27FC236}">
                <a16:creationId xmlns:a16="http://schemas.microsoft.com/office/drawing/2014/main" id="{3E03D831-91BD-6AB7-F075-47D59F27BC8F}"/>
              </a:ext>
            </a:extLst>
          </p:cNvPr>
          <p:cNvSpPr/>
          <p:nvPr/>
        </p:nvSpPr>
        <p:spPr>
          <a:xfrm>
            <a:off x="4889500" y="2222500"/>
            <a:ext cx="2209800" cy="20320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E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08" name="Text 11">
            <a:extLst>
              <a:ext uri="{FF2B5EF4-FFF2-40B4-BE49-F238E27FC236}">
                <a16:creationId xmlns:a16="http://schemas.microsoft.com/office/drawing/2014/main" id="{3A6F3373-478E-0756-6188-4629E11AA3DB}"/>
              </a:ext>
            </a:extLst>
          </p:cNvPr>
          <p:cNvSpPr/>
          <p:nvPr/>
        </p:nvSpPr>
        <p:spPr>
          <a:xfrm>
            <a:off x="4889500" y="3111500"/>
            <a:ext cx="2209800" cy="889000"/>
          </a:xfrm>
          <a:prstGeom prst="rect">
            <a:avLst/>
          </a:prstGeom>
          <a:noFill/>
          <a:ln/>
        </p:spPr>
        <p:txBody>
          <a:bodyPr wrap="square" lIns="60960" tIns="60960" rIns="6096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nl-NL" sz="1400" b="1">
                <a:solidFill>
                  <a:srgbClr val="1A2D3D"/>
                </a:solidFill>
                <a:latin typeface="Calibri"/>
              </a:rPr>
              <a:t>Escalatie</a:t>
            </a:r>
          </a:p>
        </p:txBody>
      </p:sp>
      <p:sp>
        <p:nvSpPr>
          <p:cNvPr id="110" name="Shape 12">
            <a:extLst>
              <a:ext uri="{FF2B5EF4-FFF2-40B4-BE49-F238E27FC236}">
                <a16:creationId xmlns:a16="http://schemas.microsoft.com/office/drawing/2014/main" id="{6A853B76-8DBA-0DF7-DC13-53B25A8E0958}"/>
              </a:ext>
            </a:extLst>
          </p:cNvPr>
          <p:cNvSpPr/>
          <p:nvPr/>
        </p:nvSpPr>
        <p:spPr>
          <a:xfrm>
            <a:off x="7099300" y="3238500"/>
            <a:ext cx="10160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12" name="Shape 13">
            <a:extLst>
              <a:ext uri="{FF2B5EF4-FFF2-40B4-BE49-F238E27FC236}">
                <a16:creationId xmlns:a16="http://schemas.microsoft.com/office/drawing/2014/main" id="{85DDE4CC-20E3-3008-CD10-B7DA80360803}"/>
              </a:ext>
            </a:extLst>
          </p:cNvPr>
          <p:cNvSpPr/>
          <p:nvPr/>
        </p:nvSpPr>
        <p:spPr>
          <a:xfrm>
            <a:off x="7200900" y="2222500"/>
            <a:ext cx="2209800" cy="20320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E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16" name="Text 15">
            <a:extLst>
              <a:ext uri="{FF2B5EF4-FFF2-40B4-BE49-F238E27FC236}">
                <a16:creationId xmlns:a16="http://schemas.microsoft.com/office/drawing/2014/main" id="{FEA8A355-940D-B8D3-79F8-9CD4E22A370E}"/>
              </a:ext>
            </a:extLst>
          </p:cNvPr>
          <p:cNvSpPr/>
          <p:nvPr/>
        </p:nvSpPr>
        <p:spPr>
          <a:xfrm>
            <a:off x="7200900" y="3111500"/>
            <a:ext cx="2209800" cy="889000"/>
          </a:xfrm>
          <a:prstGeom prst="rect">
            <a:avLst/>
          </a:prstGeom>
          <a:noFill/>
          <a:ln/>
        </p:spPr>
        <p:txBody>
          <a:bodyPr wrap="square" lIns="60960" tIns="60960" rIns="6096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nl-NL" sz="1400" b="1">
                <a:solidFill>
                  <a:srgbClr val="1A2D3D"/>
                </a:solidFill>
                <a:latin typeface="Calibri"/>
              </a:rPr>
              <a:t>Escalatie team</a:t>
            </a:r>
          </a:p>
        </p:txBody>
      </p:sp>
      <p:sp>
        <p:nvSpPr>
          <p:cNvPr id="118" name="Shape 16">
            <a:extLst>
              <a:ext uri="{FF2B5EF4-FFF2-40B4-BE49-F238E27FC236}">
                <a16:creationId xmlns:a16="http://schemas.microsoft.com/office/drawing/2014/main" id="{361DD918-781C-CF61-C7E1-E9D6E9E0E20E}"/>
              </a:ext>
            </a:extLst>
          </p:cNvPr>
          <p:cNvSpPr/>
          <p:nvPr/>
        </p:nvSpPr>
        <p:spPr>
          <a:xfrm>
            <a:off x="9410700" y="3238500"/>
            <a:ext cx="10160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20" name="Shape 17">
            <a:extLst>
              <a:ext uri="{FF2B5EF4-FFF2-40B4-BE49-F238E27FC236}">
                <a16:creationId xmlns:a16="http://schemas.microsoft.com/office/drawing/2014/main" id="{59C43831-D706-C22E-44A3-B8E7F6294A2F}"/>
              </a:ext>
            </a:extLst>
          </p:cNvPr>
          <p:cNvSpPr/>
          <p:nvPr/>
        </p:nvSpPr>
        <p:spPr>
          <a:xfrm>
            <a:off x="9512300" y="2222500"/>
            <a:ext cx="2209800" cy="20320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E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24" name="Text 19">
            <a:extLst>
              <a:ext uri="{FF2B5EF4-FFF2-40B4-BE49-F238E27FC236}">
                <a16:creationId xmlns:a16="http://schemas.microsoft.com/office/drawing/2014/main" id="{A4770C46-3A15-F48C-AAA3-A93A3632C39F}"/>
              </a:ext>
            </a:extLst>
          </p:cNvPr>
          <p:cNvSpPr/>
          <p:nvPr/>
        </p:nvSpPr>
        <p:spPr>
          <a:xfrm>
            <a:off x="9512300" y="3111500"/>
            <a:ext cx="2209800" cy="889000"/>
          </a:xfrm>
          <a:prstGeom prst="rect">
            <a:avLst/>
          </a:prstGeom>
          <a:noFill/>
          <a:ln/>
        </p:spPr>
        <p:txBody>
          <a:bodyPr wrap="square" lIns="60960" tIns="60960" rIns="6096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nl-NL" sz="1400" b="1">
                <a:solidFill>
                  <a:srgbClr val="1A2D3D"/>
                </a:solidFill>
                <a:latin typeface="Calibri"/>
              </a:rPr>
              <a:t>De-escalatie</a:t>
            </a:r>
          </a:p>
          <a:p>
            <a:pPr algn="ctr">
              <a:buNone/>
            </a:pPr>
            <a:r>
              <a:rPr lang="nl-NL" sz="1400" b="0">
                <a:solidFill>
                  <a:srgbClr val="1A2D3D"/>
                </a:solidFill>
                <a:latin typeface="Calibri"/>
              </a:rPr>
              <a:t>&amp; informeren</a:t>
            </a:r>
          </a:p>
        </p:txBody>
      </p:sp>
      <p:sp>
        <p:nvSpPr>
          <p:cNvPr id="126" name="Text 20">
            <a:extLst>
              <a:ext uri="{FF2B5EF4-FFF2-40B4-BE49-F238E27FC236}">
                <a16:creationId xmlns:a16="http://schemas.microsoft.com/office/drawing/2014/main" id="{EE3FD17C-6757-0B40-3DA5-020D2F2AC771}"/>
              </a:ext>
            </a:extLst>
          </p:cNvPr>
          <p:cNvSpPr/>
          <p:nvPr/>
        </p:nvSpPr>
        <p:spPr>
          <a:xfrm>
            <a:off x="2222500" y="2120900"/>
            <a:ext cx="304800" cy="304800"/>
          </a:xfrm>
          <a:prstGeom prst="ellipse">
            <a:avLst/>
          </a:prstGeom>
          <a:solidFill>
            <a:srgbClr val="333333"/>
          </a:solidFill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</a:rPr>
              <a:t>1</a:t>
            </a:r>
            <a:endParaRPr lang="en-US" sz="1200"/>
          </a:p>
        </p:txBody>
      </p:sp>
      <p:sp>
        <p:nvSpPr>
          <p:cNvPr id="128" name="Text 21">
            <a:extLst>
              <a:ext uri="{FF2B5EF4-FFF2-40B4-BE49-F238E27FC236}">
                <a16:creationId xmlns:a16="http://schemas.microsoft.com/office/drawing/2014/main" id="{743570FE-8A10-DCFF-8659-B9FF4BAD5D3A}"/>
              </a:ext>
            </a:extLst>
          </p:cNvPr>
          <p:cNvSpPr/>
          <p:nvPr/>
        </p:nvSpPr>
        <p:spPr>
          <a:xfrm>
            <a:off x="4533900" y="2120900"/>
            <a:ext cx="304800" cy="304800"/>
          </a:xfrm>
          <a:prstGeom prst="ellipse">
            <a:avLst/>
          </a:prstGeom>
          <a:solidFill>
            <a:srgbClr val="333333"/>
          </a:solidFill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</a:rPr>
              <a:t>2</a:t>
            </a:r>
            <a:endParaRPr lang="en-US" sz="1200"/>
          </a:p>
        </p:txBody>
      </p:sp>
      <p:sp>
        <p:nvSpPr>
          <p:cNvPr id="130" name="Text 22">
            <a:extLst>
              <a:ext uri="{FF2B5EF4-FFF2-40B4-BE49-F238E27FC236}">
                <a16:creationId xmlns:a16="http://schemas.microsoft.com/office/drawing/2014/main" id="{B6F5684C-D9DF-8792-7F3C-0A09AF348A98}"/>
              </a:ext>
            </a:extLst>
          </p:cNvPr>
          <p:cNvSpPr/>
          <p:nvPr/>
        </p:nvSpPr>
        <p:spPr>
          <a:xfrm>
            <a:off x="6845300" y="2120900"/>
            <a:ext cx="304800" cy="304800"/>
          </a:xfrm>
          <a:prstGeom prst="ellipse">
            <a:avLst/>
          </a:prstGeom>
          <a:solidFill>
            <a:srgbClr val="333333"/>
          </a:solidFill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</a:rPr>
              <a:t>3</a:t>
            </a:r>
            <a:endParaRPr lang="en-US" sz="1200"/>
          </a:p>
        </p:txBody>
      </p:sp>
      <p:sp>
        <p:nvSpPr>
          <p:cNvPr id="132" name="Text 23">
            <a:extLst>
              <a:ext uri="{FF2B5EF4-FFF2-40B4-BE49-F238E27FC236}">
                <a16:creationId xmlns:a16="http://schemas.microsoft.com/office/drawing/2014/main" id="{A0A936AA-77D1-F126-DEE2-B7E270FDFEC9}"/>
              </a:ext>
            </a:extLst>
          </p:cNvPr>
          <p:cNvSpPr/>
          <p:nvPr/>
        </p:nvSpPr>
        <p:spPr>
          <a:xfrm>
            <a:off x="9156700" y="2120900"/>
            <a:ext cx="304800" cy="304800"/>
          </a:xfrm>
          <a:prstGeom prst="ellipse">
            <a:avLst/>
          </a:prstGeom>
          <a:solidFill>
            <a:srgbClr val="333333"/>
          </a:solidFill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</a:rPr>
              <a:t>4</a:t>
            </a:r>
            <a:endParaRPr lang="en-US" sz="1200"/>
          </a:p>
        </p:txBody>
      </p:sp>
      <p:sp>
        <p:nvSpPr>
          <p:cNvPr id="134" name="Text 24">
            <a:extLst>
              <a:ext uri="{FF2B5EF4-FFF2-40B4-BE49-F238E27FC236}">
                <a16:creationId xmlns:a16="http://schemas.microsoft.com/office/drawing/2014/main" id="{A640B9C6-4617-BCE5-FB6C-07A08944AC12}"/>
              </a:ext>
            </a:extLst>
          </p:cNvPr>
          <p:cNvSpPr/>
          <p:nvPr/>
        </p:nvSpPr>
        <p:spPr>
          <a:xfrm>
            <a:off x="11468100" y="2120900"/>
            <a:ext cx="304800" cy="304800"/>
          </a:xfrm>
          <a:prstGeom prst="ellipse">
            <a:avLst/>
          </a:prstGeom>
          <a:solidFill>
            <a:srgbClr val="333333"/>
          </a:solidFill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</a:rPr>
              <a:t>5</a:t>
            </a:r>
            <a:endParaRPr lang="en-US" sz="1200"/>
          </a:p>
        </p:txBody>
      </p:sp>
      <p:sp>
        <p:nvSpPr>
          <p:cNvPr id="136" name="Text 25">
            <a:extLst>
              <a:ext uri="{FF2B5EF4-FFF2-40B4-BE49-F238E27FC236}">
                <a16:creationId xmlns:a16="http://schemas.microsoft.com/office/drawing/2014/main" id="{14F3AA33-8FC9-BC52-ED48-2A1F74038F4D}"/>
              </a:ext>
            </a:extLst>
          </p:cNvPr>
          <p:cNvSpPr/>
          <p:nvPr/>
        </p:nvSpPr>
        <p:spPr>
          <a:xfrm>
            <a:off x="266700" y="4406900"/>
            <a:ext cx="2209800" cy="584200"/>
          </a:xfrm>
          <a:prstGeom prst="rect">
            <a:avLst/>
          </a:prstGeom>
          <a:noFill/>
          <a:ln/>
        </p:spPr>
        <p:txBody>
          <a:bodyPr wrap="square" lIns="0" tIns="6096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nl-NL" sz="1200" i="1">
                <a:solidFill>
                  <a:srgbClr val="555555"/>
                </a:solidFill>
                <a:latin typeface="Calibri"/>
              </a:rPr>
              <a:t>Klant neemt contact op</a:t>
            </a:r>
          </a:p>
        </p:txBody>
      </p:sp>
      <p:sp>
        <p:nvSpPr>
          <p:cNvPr id="138" name="Text 26">
            <a:extLst>
              <a:ext uri="{FF2B5EF4-FFF2-40B4-BE49-F238E27FC236}">
                <a16:creationId xmlns:a16="http://schemas.microsoft.com/office/drawing/2014/main" id="{53BF2864-7C08-6AD4-46D6-B599FC04E818}"/>
              </a:ext>
            </a:extLst>
          </p:cNvPr>
          <p:cNvSpPr/>
          <p:nvPr/>
        </p:nvSpPr>
        <p:spPr>
          <a:xfrm>
            <a:off x="2578100" y="4406900"/>
            <a:ext cx="2209800" cy="584200"/>
          </a:xfrm>
          <a:prstGeom prst="rect">
            <a:avLst/>
          </a:prstGeom>
          <a:noFill/>
          <a:ln/>
        </p:spPr>
        <p:txBody>
          <a:bodyPr wrap="square" lIns="0" tIns="6096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nl-NL" sz="1200" i="1">
                <a:solidFill>
                  <a:srgbClr val="555555"/>
                </a:solidFill>
                <a:latin typeface="Calibri"/>
              </a:rPr>
              <a:t>Doorgezet naar 2e lijn</a:t>
            </a:r>
          </a:p>
        </p:txBody>
      </p:sp>
      <p:sp>
        <p:nvSpPr>
          <p:cNvPr id="140" name="Text 27">
            <a:extLst>
              <a:ext uri="{FF2B5EF4-FFF2-40B4-BE49-F238E27FC236}">
                <a16:creationId xmlns:a16="http://schemas.microsoft.com/office/drawing/2014/main" id="{96AC6112-CAAD-F2B4-D7A2-2411D619C75A}"/>
              </a:ext>
            </a:extLst>
          </p:cNvPr>
          <p:cNvSpPr/>
          <p:nvPr/>
        </p:nvSpPr>
        <p:spPr>
          <a:xfrm>
            <a:off x="4889500" y="4406900"/>
            <a:ext cx="2209800" cy="584200"/>
          </a:xfrm>
          <a:prstGeom prst="rect">
            <a:avLst/>
          </a:prstGeom>
          <a:noFill/>
          <a:ln/>
        </p:spPr>
        <p:txBody>
          <a:bodyPr wrap="square" lIns="0" tIns="6096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nl-NL" sz="1200" i="1">
                <a:solidFill>
                  <a:srgbClr val="555555"/>
                </a:solidFill>
                <a:latin typeface="Calibri"/>
              </a:rPr>
              <a:t>Niet tijdig opgelost → escaleert</a:t>
            </a:r>
          </a:p>
        </p:txBody>
      </p:sp>
      <p:sp>
        <p:nvSpPr>
          <p:cNvPr id="142" name="Text 28">
            <a:extLst>
              <a:ext uri="{FF2B5EF4-FFF2-40B4-BE49-F238E27FC236}">
                <a16:creationId xmlns:a16="http://schemas.microsoft.com/office/drawing/2014/main" id="{CF603D6B-B415-5307-77D6-58773AF63734}"/>
              </a:ext>
            </a:extLst>
          </p:cNvPr>
          <p:cNvSpPr/>
          <p:nvPr/>
        </p:nvSpPr>
        <p:spPr>
          <a:xfrm>
            <a:off x="7200900" y="4406900"/>
            <a:ext cx="2209800" cy="584200"/>
          </a:xfrm>
          <a:prstGeom prst="rect">
            <a:avLst/>
          </a:prstGeom>
          <a:noFill/>
          <a:ln/>
        </p:spPr>
        <p:txBody>
          <a:bodyPr wrap="square" lIns="0" tIns="6096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nl-NL" sz="1200" i="1">
                <a:solidFill>
                  <a:srgbClr val="555555"/>
                </a:solidFill>
                <a:latin typeface="Calibri"/>
              </a:rPr>
              <a:t>Probleem wordt opgelost</a:t>
            </a:r>
          </a:p>
        </p:txBody>
      </p:sp>
      <p:sp>
        <p:nvSpPr>
          <p:cNvPr id="144" name="Text 29">
            <a:extLst>
              <a:ext uri="{FF2B5EF4-FFF2-40B4-BE49-F238E27FC236}">
                <a16:creationId xmlns:a16="http://schemas.microsoft.com/office/drawing/2014/main" id="{F7D7A2B9-CE90-804E-BCDC-715E656940D7}"/>
              </a:ext>
            </a:extLst>
          </p:cNvPr>
          <p:cNvSpPr/>
          <p:nvPr/>
        </p:nvSpPr>
        <p:spPr>
          <a:xfrm>
            <a:off x="9512300" y="4406900"/>
            <a:ext cx="2209800" cy="584200"/>
          </a:xfrm>
          <a:prstGeom prst="rect">
            <a:avLst/>
          </a:prstGeom>
          <a:noFill/>
          <a:ln/>
        </p:spPr>
        <p:txBody>
          <a:bodyPr wrap="square" lIns="0" tIns="6096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nl-NL" sz="1200" i="1">
                <a:solidFill>
                  <a:srgbClr val="555555"/>
                </a:solidFill>
                <a:latin typeface="Calibri"/>
              </a:rPr>
              <a:t>Partijen geïnformeerd</a:t>
            </a:r>
          </a:p>
        </p:txBody>
      </p:sp>
      <p:sp>
        <p:nvSpPr>
          <p:cNvPr id="146" name="Text 2">
            <a:extLst>
              <a:ext uri="{FF2B5EF4-FFF2-40B4-BE49-F238E27FC236}">
                <a16:creationId xmlns:a16="http://schemas.microsoft.com/office/drawing/2014/main" id="{216A512C-CDF4-F31E-803A-DE24DA2E9CFE}"/>
              </a:ext>
            </a:extLst>
          </p:cNvPr>
          <p:cNvSpPr/>
          <p:nvPr/>
        </p:nvSpPr>
        <p:spPr>
          <a:xfrm>
            <a:off x="11704320" y="6461760"/>
            <a:ext cx="426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200">
                <a:solidFill>
                  <a:srgbClr val="6B8FA3"/>
                </a:solidFill>
              </a:rPr>
              <a:t>15</a:t>
            </a:r>
            <a:endParaRPr lang="en-US" sz="1200"/>
          </a:p>
        </p:txBody>
      </p:sp>
      <p:pic>
        <p:nvPicPr>
          <p:cNvPr id="147" name="Graphic 147" descr="Servicedes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400" y="2400300"/>
            <a:ext cx="660400" cy="660400"/>
          </a:xfrm>
          <a:prstGeom prst="rect">
            <a:avLst/>
          </a:prstGeom>
        </p:spPr>
      </p:pic>
      <p:pic>
        <p:nvPicPr>
          <p:cNvPr id="148" name="Graphic 148" descr="2e lijns suppor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52800" y="2400300"/>
            <a:ext cx="660400" cy="660400"/>
          </a:xfrm>
          <a:prstGeom prst="rect">
            <a:avLst/>
          </a:prstGeom>
        </p:spPr>
      </p:pic>
      <p:pic>
        <p:nvPicPr>
          <p:cNvPr id="149" name="Graphic 149" descr="Escalati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4200" y="2400300"/>
            <a:ext cx="660400" cy="660400"/>
          </a:xfrm>
          <a:prstGeom prst="rect">
            <a:avLst/>
          </a:prstGeom>
        </p:spPr>
      </p:pic>
      <p:pic>
        <p:nvPicPr>
          <p:cNvPr id="150" name="Graphic 150" descr="Escalatie team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75600" y="2400300"/>
            <a:ext cx="660400" cy="660400"/>
          </a:xfrm>
          <a:prstGeom prst="rect">
            <a:avLst/>
          </a:prstGeom>
        </p:spPr>
      </p:pic>
      <p:pic>
        <p:nvPicPr>
          <p:cNvPr id="151" name="Graphic 151" descr="De-escalatie afgeron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87000" y="2400300"/>
            <a:ext cx="660400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2475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92A744-C303-956D-6789-AA3555586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FABB3C0-1F80-C2EE-CBFB-F4D5E43BBE29}"/>
              </a:ext>
            </a:extLst>
          </p:cNvPr>
          <p:cNvSpPr/>
          <p:nvPr/>
        </p:nvSpPr>
        <p:spPr>
          <a:xfrm>
            <a:off x="0" y="0"/>
            <a:ext cx="12192000" cy="670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BD98A24-011B-CB82-AD7B-090BB143904C}"/>
              </a:ext>
            </a:extLst>
          </p:cNvPr>
          <p:cNvSpPr/>
          <p:nvPr/>
        </p:nvSpPr>
        <p:spPr>
          <a:xfrm>
            <a:off x="0" y="0"/>
            <a:ext cx="268224" cy="670560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3899178-9603-2C6B-D5D6-A987CCDAE12E}"/>
              </a:ext>
            </a:extLst>
          </p:cNvPr>
          <p:cNvSpPr/>
          <p:nvPr/>
        </p:nvSpPr>
        <p:spPr>
          <a:xfrm>
            <a:off x="11704320" y="6461760"/>
            <a:ext cx="426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nl-NL" sz="1200">
                <a:solidFill>
                  <a:srgbClr val="6B8FA3"/>
                </a:solidFill>
              </a:rPr>
              <a:t>16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77E1A8F-4475-5D9F-68E9-EFF1408EEBAE}"/>
              </a:ext>
            </a:extLst>
          </p:cNvPr>
          <p:cNvSpPr/>
          <p:nvPr/>
        </p:nvSpPr>
        <p:spPr>
          <a:xfrm>
            <a:off x="0" y="6790944"/>
            <a:ext cx="12192000" cy="67056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4844469-E5B6-2C53-7A14-A5A5AB8E4A70}"/>
              </a:ext>
            </a:extLst>
          </p:cNvPr>
          <p:cNvSpPr/>
          <p:nvPr/>
        </p:nvSpPr>
        <p:spPr>
          <a:xfrm>
            <a:off x="426720" y="121920"/>
            <a:ext cx="73152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50" b="1" kern="0" spc="267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PROJECTAFSLUITING</a:t>
            </a:r>
            <a:endParaRPr lang="en-US" sz="1467">
              <a:latin typeface="Calibri"/>
              <a:ea typeface="Calibri"/>
              <a:cs typeface="Calibri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1C4FEB3-61DD-CD76-EBE9-3D201269E5E8}"/>
              </a:ext>
            </a:extLst>
          </p:cNvPr>
          <p:cNvSpPr/>
          <p:nvPr/>
        </p:nvSpPr>
        <p:spPr>
          <a:xfrm>
            <a:off x="3135673" y="896248"/>
            <a:ext cx="5547360" cy="5181259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E216ABF-90C4-763F-CF9B-260749A03906}"/>
              </a:ext>
            </a:extLst>
          </p:cNvPr>
          <p:cNvSpPr/>
          <p:nvPr/>
        </p:nvSpPr>
        <p:spPr>
          <a:xfrm>
            <a:off x="3135673" y="879125"/>
            <a:ext cx="5547360" cy="5120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76CFBBD-DEC2-ACBE-A09F-9E436B9530D7}"/>
              </a:ext>
            </a:extLst>
          </p:cNvPr>
          <p:cNvSpPr/>
          <p:nvPr/>
        </p:nvSpPr>
        <p:spPr>
          <a:xfrm>
            <a:off x="3318553" y="903509"/>
            <a:ext cx="51206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1600" b="1">
                <a:solidFill>
                  <a:srgbClr val="FFFFFF"/>
                </a:solidFill>
                <a:latin typeface="Calibri"/>
              </a:rPr>
              <a:t>Afsluiting checklist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B3DBFD8-DD3F-7372-3EF2-EA87E9407A2F}"/>
              </a:ext>
            </a:extLst>
          </p:cNvPr>
          <p:cNvSpPr/>
          <p:nvPr/>
        </p:nvSpPr>
        <p:spPr>
          <a:xfrm>
            <a:off x="3318553" y="1549685"/>
            <a:ext cx="487680" cy="48768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7F73BFC-B2FD-2D48-9122-4E22E0A20114}"/>
              </a:ext>
            </a:extLst>
          </p:cNvPr>
          <p:cNvSpPr/>
          <p:nvPr/>
        </p:nvSpPr>
        <p:spPr>
          <a:xfrm>
            <a:off x="3318553" y="1549685"/>
            <a:ext cx="487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67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3B08279-5094-32A7-6839-C0690101215A}"/>
              </a:ext>
            </a:extLst>
          </p:cNvPr>
          <p:cNvSpPr/>
          <p:nvPr/>
        </p:nvSpPr>
        <p:spPr>
          <a:xfrm>
            <a:off x="3964729" y="1610645"/>
            <a:ext cx="4511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rgbClr val="1A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meeting</a:t>
            </a:r>
            <a:endParaRPr lang="en-US" sz="16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77E60B66-07DF-86B9-05DC-8C998D3CE790}"/>
              </a:ext>
            </a:extLst>
          </p:cNvPr>
          <p:cNvSpPr/>
          <p:nvPr/>
        </p:nvSpPr>
        <p:spPr>
          <a:xfrm>
            <a:off x="3318553" y="2500661"/>
            <a:ext cx="487680" cy="48768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D57B644-7191-B33F-E7A0-E084EAAA1FD8}"/>
              </a:ext>
            </a:extLst>
          </p:cNvPr>
          <p:cNvSpPr/>
          <p:nvPr/>
        </p:nvSpPr>
        <p:spPr>
          <a:xfrm>
            <a:off x="3318553" y="2500661"/>
            <a:ext cx="487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67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15BEFDA-C5F8-2DA5-A47D-5288A495C5B9}"/>
              </a:ext>
            </a:extLst>
          </p:cNvPr>
          <p:cNvSpPr/>
          <p:nvPr/>
        </p:nvSpPr>
        <p:spPr>
          <a:xfrm>
            <a:off x="3964729" y="2561621"/>
            <a:ext cx="4511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rgbClr val="1A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 document</a:t>
            </a:r>
            <a:endParaRPr lang="en-US" sz="160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8AFDB478-B54E-BDE7-99E6-7C16D02B0E44}"/>
              </a:ext>
            </a:extLst>
          </p:cNvPr>
          <p:cNvSpPr/>
          <p:nvPr/>
        </p:nvSpPr>
        <p:spPr>
          <a:xfrm>
            <a:off x="3318553" y="3451637"/>
            <a:ext cx="487680" cy="48768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286B3A0-B307-9850-86E1-F7A9C44E7B4D}"/>
              </a:ext>
            </a:extLst>
          </p:cNvPr>
          <p:cNvSpPr/>
          <p:nvPr/>
        </p:nvSpPr>
        <p:spPr>
          <a:xfrm>
            <a:off x="3318553" y="3451637"/>
            <a:ext cx="487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67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A794865-3D36-E015-DFF7-B40F6ABF6363}"/>
              </a:ext>
            </a:extLst>
          </p:cNvPr>
          <p:cNvSpPr/>
          <p:nvPr/>
        </p:nvSpPr>
        <p:spPr>
          <a:xfrm>
            <a:off x="3964729" y="3512597"/>
            <a:ext cx="4511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rgbClr val="1A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opdrachtgever</a:t>
            </a:r>
            <a:endParaRPr lang="en-US" sz="160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4358FA67-C9A7-A230-1333-D584E6274A7B}"/>
              </a:ext>
            </a:extLst>
          </p:cNvPr>
          <p:cNvSpPr/>
          <p:nvPr/>
        </p:nvSpPr>
        <p:spPr>
          <a:xfrm>
            <a:off x="3318553" y="4402613"/>
            <a:ext cx="487680" cy="48768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CBD9E1F-3553-1FAE-EB1F-BECB94F541B4}"/>
              </a:ext>
            </a:extLst>
          </p:cNvPr>
          <p:cNvSpPr/>
          <p:nvPr/>
        </p:nvSpPr>
        <p:spPr>
          <a:xfrm>
            <a:off x="3318553" y="4402613"/>
            <a:ext cx="487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67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182C1E40-CF12-71A0-A860-EF0534EC015F}"/>
              </a:ext>
            </a:extLst>
          </p:cNvPr>
          <p:cNvSpPr/>
          <p:nvPr/>
        </p:nvSpPr>
        <p:spPr>
          <a:xfrm>
            <a:off x="3964729" y="4463573"/>
            <a:ext cx="4511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rgbClr val="1A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Overdracht nazorgteam</a:t>
            </a:r>
            <a:endParaRPr lang="en-US" sz="160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79CD60FB-3982-3953-F5B3-50566952A758}"/>
              </a:ext>
            </a:extLst>
          </p:cNvPr>
          <p:cNvSpPr/>
          <p:nvPr/>
        </p:nvSpPr>
        <p:spPr>
          <a:xfrm>
            <a:off x="3318553" y="5353589"/>
            <a:ext cx="487680" cy="48768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DD6C6B61-D404-73EF-2210-60FA02CDC45A}"/>
              </a:ext>
            </a:extLst>
          </p:cNvPr>
          <p:cNvSpPr/>
          <p:nvPr/>
        </p:nvSpPr>
        <p:spPr>
          <a:xfrm>
            <a:off x="3318553" y="5353589"/>
            <a:ext cx="487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67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257844D6-53EA-3E6F-FEDD-C36349A5F6BC}"/>
              </a:ext>
            </a:extLst>
          </p:cNvPr>
          <p:cNvSpPr/>
          <p:nvPr/>
        </p:nvSpPr>
        <p:spPr>
          <a:xfrm>
            <a:off x="3964729" y="5414549"/>
            <a:ext cx="4511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rgbClr val="1A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Archivering documentatie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732883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9280" y="0"/>
            <a:ext cx="652241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268194" cy="6858000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" name="Text 2"/>
          <p:cNvSpPr/>
          <p:nvPr/>
        </p:nvSpPr>
        <p:spPr>
          <a:xfrm>
            <a:off x="548640" y="12801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kern="0" spc="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BEDANKT!</a:t>
            </a:r>
            <a:endParaRPr lang="en-US" sz="5200"/>
          </a:p>
        </p:txBody>
      </p:sp>
      <p:sp>
        <p:nvSpPr>
          <p:cNvPr id="6" name="Shape 3"/>
          <p:cNvSpPr/>
          <p:nvPr/>
        </p:nvSpPr>
        <p:spPr>
          <a:xfrm>
            <a:off x="548640" y="2468880"/>
            <a:ext cx="3840480" cy="45720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" name="Text 4"/>
          <p:cNvSpPr/>
          <p:nvPr/>
        </p:nvSpPr>
        <p:spPr>
          <a:xfrm>
            <a:off x="548640" y="260604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Netwerkontwerp Provinciehuis Utrecht</a:t>
            </a:r>
            <a:endParaRPr lang="en-US" sz="1600"/>
          </a:p>
        </p:txBody>
      </p:sp>
      <p:sp>
        <p:nvSpPr>
          <p:cNvPr id="8" name="Text 5"/>
          <p:cNvSpPr/>
          <p:nvPr/>
        </p:nvSpPr>
        <p:spPr>
          <a:xfrm>
            <a:off x="548640" y="309067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D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Bastiaan  ·  Danny  ·  Robert  ·  Shervino  ·  Symon</a:t>
            </a:r>
            <a:endParaRPr lang="en-US" sz="1200"/>
          </a:p>
        </p:txBody>
      </p:sp>
      <p:sp>
        <p:nvSpPr>
          <p:cNvPr id="9" name="Text 6"/>
          <p:cNvSpPr/>
          <p:nvPr/>
        </p:nvSpPr>
        <p:spPr>
          <a:xfrm>
            <a:off x="548640" y="34564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Tribe Almere  ·  SLTN Group  ·  Mei 2026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BA66505-851F-44B0-AAA9-DB9B2F46D064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16032268-12a5-4dbf-bdd3-f8ba8dd0d944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F8E65F6E16C544C8DEBA0BBC86EA922" ma:contentTypeVersion="11" ma:contentTypeDescription="Een nieuw document maken." ma:contentTypeScope="" ma:versionID="b6b68c0edcb9183ee43c838418adf50b">
  <xsd:schema xmlns:xsd="http://www.w3.org/2001/XMLSchema" xmlns:xs="http://www.w3.org/2001/XMLSchema" xmlns:p="http://schemas.microsoft.com/office/2006/metadata/properties" xmlns:ns2="26d1da80-c6fe-4ee0-9cbe-111820c4a392" xmlns:ns3="cba57ae4-4814-449b-b8d4-638f14142a6e" targetNamespace="http://schemas.microsoft.com/office/2006/metadata/properties" ma:root="true" ma:fieldsID="487abc8cfb077f07d03aa7c52181f1a6" ns2:_="" ns3:_="">
    <xsd:import namespace="26d1da80-c6fe-4ee0-9cbe-111820c4a392"/>
    <xsd:import namespace="cba57ae4-4814-449b-b8d4-638f14142a6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d1da80-c6fe-4ee0-9cbe-111820c4a39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Afbeeldingtags" ma:readOnly="false" ma:fieldId="{5cf76f15-5ced-4ddc-b409-7134ff3c332f}" ma:taxonomyMulti="true" ma:sspId="5f564dcc-d30d-477c-a61d-ad4d61a66d6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a57ae4-4814-449b-b8d4-638f14142a6e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425d95-8ad1-4fcd-b1b9-bbcd9f136bef}" ma:internalName="TaxCatchAll" ma:showField="CatchAllData" ma:web="cba57ae4-4814-449b-b8d4-638f14142a6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6d1da80-c6fe-4ee0-9cbe-111820c4a392">
      <Terms xmlns="http://schemas.microsoft.com/office/infopath/2007/PartnerControls"/>
    </lcf76f155ced4ddcb4097134ff3c332f>
    <TaxCatchAll xmlns="cba57ae4-4814-449b-b8d4-638f14142a6e" xsi:nil="true"/>
  </documentManagement>
</p:properties>
</file>

<file path=customXml/itemProps1.xml><?xml version="1.0" encoding="utf-8"?>
<ds:datastoreItem xmlns:ds="http://schemas.openxmlformats.org/officeDocument/2006/customXml" ds:itemID="{9118A229-15B2-4191-B927-C01B8054D312}">
  <ds:schemaRefs>
    <ds:schemaRef ds:uri="26d1da80-c6fe-4ee0-9cbe-111820c4a392"/>
    <ds:schemaRef ds:uri="cba57ae4-4814-449b-b8d4-638f14142a6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0ED1436-F2D7-497F-A621-7CF5DBD1A06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688D93-CAA2-4BC8-9112-6B6B31AEEAC7}">
  <ds:schemaRefs>
    <ds:schemaRef ds:uri="26d1da80-c6fe-4ee0-9cbe-111820c4a392"/>
    <ds:schemaRef ds:uri="cba57ae4-4814-449b-b8d4-638f14142a6e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17</Slides>
  <Notes>17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1</cp:revision>
  <dcterms:created xsi:type="dcterms:W3CDTF">2026-05-26T09:28:05Z</dcterms:created>
  <dcterms:modified xsi:type="dcterms:W3CDTF">2026-05-28T08:49:27Z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0x0101005F8E65F6E16C544C8DEBA0BBC86EA922</vt:lpwstr>
  </property>
  <property fmtid="{D5CDD505-2E9C-101B-9397-08002B2CF9AE}" pid="3" name="MediaServiceImageTags">
    <vt:lpwstr/>
  </property>
</Properties>
</file>